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11" r:id="rId5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1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771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INGENIERÍA DE DATOS APLICADA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2 — Desarrollo práctico de APIs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integración básica con bases de datos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de mayo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— la pregunta del día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1: pipelines batch que corren todas las noches.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Pero, ¿qué pasa si marketing necesita ver las ventas AHORA, no a las 3 AM?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entran las APIs — exposición de datos en tiempo real.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construimos un servicio FastAPI completo con BD.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complemento perfecto del pipeline batch.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CLASE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recordamos del último encuentro?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DAG?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entre ETL y ELT?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DE LA CLASE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las 3 horas, podrás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es una API REST y por qué usamos FastAPI.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endpoints GET, POST, PATCH, DELETE.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entradas y salidas con modelos Pydantic.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la API a una base de datos con SQLAlchemy.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la API automáticamente con Swagger/OpenAPI.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un proyecto FastAPI escalable.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detallado de 3 horas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032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00:00–00:15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Bienvenida y recap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00:15–00:40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y verbos HTTP en profundidad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00:40–00:55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FastAPI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00:55–01:05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 (10 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01:05–01:20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del entorno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01:20–01:50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Path/Query/Body con Pydantic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01:50–02:00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Pausa (10 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02:00–02:15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en profundidad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02:15–02:50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con SQLAlchemy y CRUD 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02:50–03:00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+ cierre + tarea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y FastAPI: fundamentos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56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00:00–00:15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este 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APIs: tu pipeline no lee Shopify, Stripe, Slack ni ningún SaaS.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APIs: tu app móvil no se comunica con el backend.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APIs: no hay microservicios ni integraciones.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APIs: Power BI / Tableau no consultan datos en vivo.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56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los datos no son accesibles vía API, los datos no existen para el resto del mundo.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Frase para repetir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56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00:15–00:40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API?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= Application Programming Interface.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promesa que un sistema le hace a otro.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"Envíame este formato, te respondo con este otro".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palabra clave es CONTRATO técnico.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rompes el contrato, todo lo que depende de ti se rompe.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las APIs se versionan (v1, v2).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56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 UNA SLIDE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5 principios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identificados por URLs (/usuarios/42).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HTTP estándar (GET, POST, PUT, DELETE).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Stateless: cada request lleva TODO el contexto.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en JSON (XML está prácticamente muerto).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estado estándar (200, 201, 404, 500).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56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significa stateless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425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(mal)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guarda 'usuario actual = Juan' en memoria.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request asume 'aún soy Juan'.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load balancer manda a otro server: falla.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sessions. No escala.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A2E4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(bien)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envía Authorization: Bearer &lt;token&gt; en CADA request.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servidor valida y sabe quién eres.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servidores detrás de un LB sin pensar.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 server muere, el siguiente lo atiende.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56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Stateless = ventanilla del banco: cada vez traes tu RUT. Stateful = peluquero del barrio que sabe cómo te gusta el corte sin que digas nada.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Analogía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56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HTTP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7 métodos principales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098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Verbo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Leer datos. Idempotente y seguro.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Crear recurso. NO idempotente.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Reemplazar completamente. Idempotente.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Modificar parcialmente.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Borrar. Idempotente.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métodos acepta el server (CORS).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GET pero solo headers.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56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· EJEMPLOS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uno con caso real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/productos — listar todos. Refrescas 100 veces, no rompe nada.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/productos — crear. Doble submit = 2 productos creados.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/productos/42 — REEMPLAZA todo el producto 42.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/productos/42 con {stock: 0} — solo cambia el stock.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/productos/42 — borra. Segundo intento = 404.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— usado por el navegador para CORS preflight.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— preguntar si existe sin descargar el body.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56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más usados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7584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E1A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Cuándo usarlo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 bien, respuesta con datos.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 creado (típico tras POST).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No Content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 pero sin body (típico tras DELETE).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Bad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envió algo mal formado.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Unauthorized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autenticación.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 Forbidden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Autenticado pero sin permisos.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Not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recurso no existe.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 Unprocessable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de negocio falló (FastAPI).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Server Error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servidor reventó.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5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56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4xx es culpa del cliente. 5xx es culpa tuya. Confundirlos en producción te cuesta horas de debug.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Regla nemotécnica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56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5 familias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1xx — Informational: respuestas provisionales (raro en APIs).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— Success: todo OK (200, 201, 204).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3xx — Redirection: el recurso está en otro lado (301, 302).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— Client Error: el cliente envió algo mal.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— Server Error: el servidor reventó.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56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3xx — REDIRECCIONES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¿301 y 302 traen la respuesta correcta?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Sí, ambos FUNCIONAN: no traen el dato directamente.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dicen al cliente: "el recurso está en OTRA URL, ve allá".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Location: https://nueva-url.com → cliente sigue.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Moved Permanently — cambió PARA SIEMPRE (SEO actualiza).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302 Found — cambió TEMPORALMENTE (mantenimiento, backup).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navegador es invisible. En código: follow_redirects=True.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56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HTTP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request POST completo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/api/v1/productos HTTP/1.1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api.empresa.cl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eyJhbGc...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Idempotency-Key: 7f3e8a2b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"nombre": "Manzana orgánica",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"precio": 1290,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"stock": 50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 en la siguiente slide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56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· REQUEST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/api/v1/productos HTTP/1.1 — método + path + versión protocolo.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... — obligatorio en HTTP/1.1. Dominio destino.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Content-Type: application/json — formato del body.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... — credencial JWT. Sin esto: 401.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Idempotency-Key — para reintentos seguros (Stripe, AWS).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en blanco — OBLIGATORIA, separa headers de body.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JSON — los datos a crear. FastAPI lo validará con Pydantic.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56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HTTP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HTTP/1.1 201 Created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Location: /api/v1/productos/42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42,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"nombre": "Manzana orgánica",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"precio": 1290,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"stock": 50,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"creado_en": "2026-05-11T10:00:00Z"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line + headers + body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56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· RESPONSE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HTTP/1.1 201 Created — versión + status + razón legible.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Content-Type: application/json — el body viene en JSON.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/api/v1/productos/42 — dónde quedó el recurso creado.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en blanco — separa headers de body.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— objeto completo + lo que el SERVIDOR agregó (id, timestamp).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56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00:40–00:55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FastAPI ganó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comparable a Node.js / Go (Starlette + ASGI).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automática con Pydantic.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auto con Swagger UI y ReDoc.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nativos: autocompletado + documentación.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desde el día uno.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Microsoft, Netflix lo usan en producción.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suave si sabes type hints.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56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PANORAMA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vs alternativas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3200400"/>
          </a:xfrm>
          <a:prstGeom prst="rect">
            <a:avLst/>
          </a:prstGeom>
          <a:solidFill>
            <a:srgbClr val="14253B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(2010)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Mínimo, flexible, sin opiniones.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para empezar.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armar validación, docs, async.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común en proyectos legacy.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3200400"/>
          </a:xfrm>
          <a:prstGeom prst="rect">
            <a:avLst/>
          </a:prstGeom>
          <a:solidFill>
            <a:srgbClr val="1A2E47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(2018)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1965960"/>
            <a:ext cx="3611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APIs modernas.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+ docs + async.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actual para microservicios Python.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 suave.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56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VENTA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en 5 líneas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hola():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{'mensaje': 'Hola, módulo 5'}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Ejecutar: uvicorn main:app --reload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Abrir: http://127.0.0.1:8000/docs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líneas → API con Swagger UI auto-generado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 en 5 líneas. En Flask requiere 4 plugins, 30 líneas y aún así no se ve tan bien.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Por qué FastAPI ganó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56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hands-on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56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01:05–01:20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endpoints de la API (delgado).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— tablas SQLAlchemy.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schemas.py — modelos Pydantic (request/response).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 — conexión + session factory.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crud.py — operaciones de BD reutilizables.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 — tests con pytest.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Principio: single responsibility. Cada archivo una cosa.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56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en vivo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1) Crear y activar entorno virtual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venv/bin/activate     # Linux/Mac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venv\Scripts\activate        # Windows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2) Instalar dependencias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fastapi 'uvicorn[standard]' sqlalchemy 'pydantic[email]'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3) Crear archivos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touch main.py models.py schemas.py database.py crud.py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tests &amp;&amp; touch tests/__init__.py tests/test_api.py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Dependencias básicas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56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— primer endpoint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title='API de Productos USACH',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version='0.1.0',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description='API didáctica del Módulo 5'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root():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{'status': 'ok', 'modulo': 5}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@app.get('/saludo/{nombre}')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saludo(nombre: str):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{'mensaje': f'Hola, {nombre}'}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main:app --reload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56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— explicación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fastapi import FastAPI — importa la clase principal.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= FastAPI(...) — instancia. title/version aparecen en /docs.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@app.get('/') — DECORADOR. Asocia ruta + verbo + función.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root(): — el nombre es libre, no afecta nada.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{...} — el dict se serializa a JSON automáticamente.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{nombre} en la ruta = PATH PARAMETER.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str — type hint. Si llega otro tipo: 422.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56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PARAMS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en la URL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@app.get('/productos/{producto_id}')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get_producto(producto_id: int):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{'id': producto_id,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'tipo': type(producto_id).__name__}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/productos/42  -&gt; {'id': 42, 'tipo': 'int'}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/productos/abc -&gt; 422 (FastAPI rechaza)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escribir un solo if de validación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56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opcionales con restricciones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Query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@app.get('/buscar')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buscar(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q: str,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limit: int = Query(10, ge=1, le=100),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offset: int = Query(0, ge=0),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activos: bool =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{'busqueda': q, 'limite': limit,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'offset': offset, 'activos': activos}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/buscar?q=manzana&amp;limit=5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/buscar?q=manzana&amp;limit=200  -&gt; 422 (excede 100)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default = requerido. Query() agrega restricciones.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56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· EXPLICADO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fastapi import Query — clase para restricciones.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@app.get('/buscar') — sin {} → params van como ?clave=valor.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str — sin default → REQUERIDO. Si falta: 422.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Query(10, ge=1, le=100) — default 10, mínimo 1, máximo 100.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= greater or equal. le = less or equal.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Otras: min_length, max_length, regex=r'...', description, deprecated.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56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· 1/2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schemas.py — Base, Create, Update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BaseModel, Field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Optional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ProductoBase(BaseModel):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nombre: str   = Field(..., min_length=2, max_length=120)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precio: float = Field(..., gt=0, description='CLP')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stock:  int   = Field(0, ge=0)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ProductoCreate(ProductoBase):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  # mismos campos que Base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ProductoUpdate(BaseModel):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nombre: Optional[str]   = None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precio: Optional[float] = Field(None, gt=0)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stock:  Optional[int]   = Field(None, ge=0)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para entrada y patch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56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· 2/2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schemas.py — Modelo de salida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ProductoOut(ProductoBase):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int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creado_en: datetime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 Config: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from_attributes =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antes orm_mode = True (Pydantic v1)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Patrón canónico: 3 modelos por entidad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Base    -&gt; campos comunes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Create  -&gt; lo que envía el cliente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Update  -&gt; versión opcional para PATCH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Out     -&gt; lo que retorna el servidor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from_attributes permite leer objetos SQLAlchemy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56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· EXPLICADO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BaseModel — clase padre con validación, serialización JSON gratis.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Field(...) — los tres puntos significan REQUERIDO.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Field(0) — default 0 = OPCIONAL.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gt=0 = strictly greater than 0. min_length=2 rechaza nombres cortos.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ProductoCreate — modelo de ENTRADA (lo que envía el cliente).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ProductoUpdate — todos Optional para PATCH parcial.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ProductoOut — modelo de SALIDA (agrega id y timestamp del servidor).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Patrón: 3 modelos por entidad (Base + Create + Out).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56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modelos Pydantic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typing import List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schemas import ProductoCreate, ProductoOut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@app.post('/productos', response_model=ProductoOut, status_code=201)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crear(p: ProductoCreate):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nuevo = {**p.model_dump(), 'id': _id,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'creado_en': datetime.utcnow()}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PRODUCTOS.append(nuevo)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nuevo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@app.get('/productos', response_model=List[ProductoOut])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listar():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PRODUCTOS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@app.get('/productos/{pid}')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obtener(pid: int):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 in PRODUCTOS: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p['id'] == pid: return 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raise HTTPException(404, 'No encontrado')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response_model = filtro de salida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56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6 · 02:00–02:15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especiales de Pydantic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EmailStr — valida email automáticamente.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HttpUrl — valida URL.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PositiveInt</a:t>
            </a: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NegativeFloat — semánticos.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List[X], Dict[str, Y] — validación recursiva.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Literal['a','b'] — enumera valores permitidos.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datetime/date/time — parsing automático de ISO 8601.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56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2D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E1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causa #1 de filtración de datos en APIs es 'devolvimos el dict completo del ORM'. response_model evita esto gratis.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Punto crítico de seguridad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56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63040"/>
            <a:ext cx="45720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con SQLAlchemy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56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7 · 02:15–02:50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SQLAlchemy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(Object Relational Mapper) estándar de Python.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 tablas SQL a clases Python: trabajas con objetos.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Convive bien con FastAPI (sesión por request).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protege de SQL injection automáticamente.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motor (SQLite → Postgres) = una línea.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+ session factory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 import create_engine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sqlalchemy.orm import sessionmaker, declarative_base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 = os.getenv('DATABASE_URL',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'sqlite:///./productos.db')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 = create_engine(DATABASE_URL,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connect_args={'check_same_thread': False},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pool_pre_ping=True)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SessionLocal = sessionmaker(bind=engine,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autocommit=False, autoflush=False)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declarative_base()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get_db():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 = SessionLocal()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 yield db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finally: db.close()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FastAPI: sesión por request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56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 · EXPLICADO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create_engine() — construye conexión lazy. No abre hasta primer query.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dialecto+driver://user:pass@host:port/db.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connect_args check_same_thread — solo SQLite (FastAPI usa hilos).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pool_pre_ping=True — valida conexión antes de cada query.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sessionmaker — fábrica de sesiones. autocommit=False: tú decides.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= declarative_base() — clase padre de todos tus modelos.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get_db con yield + finally — sesión por request, garantiza cierre.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56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productos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 import Column, Integer, String, Float, DateTime, func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database import Base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Producto(Base):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__tablename__ = 'productos'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       = Column(Integer, primary_key=True, index=True)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   = Column(String(120), nullable=False, index=True)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precio    = Column(Float, nullable=False)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stock     = Column(Integer, default=0)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creado_en = Column(DateTime, server_default=func.now())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actualizado_en = Column(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DateTime, server_default=func.now(),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onupdate=func.now()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Python = tabla SQL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56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models.py · EXPLICADO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por línea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— tipos SQL como objetos Python (Integer, String, Float...).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 — fábrica de funciones SQL (func.now() = NOW() en SQL).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__tablename__ — nombre EXACTO de tabla SQL.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primary_key=True, index=True — clave primaria + índice.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nullable=False = NOT NULL en SQL.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server_default=func.now() — la BD pone NOW(), no Python.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onupdate=func.now() — se refresca solo en cada UPDATE.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56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crud.py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reutilizables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sqlalchemy.orm import Session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models, schemas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crear(db: Session, p: schemas.ProductoCreate):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 = models.Producto(**p.model_dump())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db.add(obj)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db.commit()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db.refresh(obj)   # trae id y creado_en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obj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listar(db: Session, skip=0, limit=100):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(db.query(models.Producto)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.order_by(models.Producto.id)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.offset(skip).limit(limit).all())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obtener(db: Session, pid: int):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db.query(models.Producto).filter(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models.Producto.id == pid).first()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BD aislada de HTTP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56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crud.py · EXPLICADO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add → commit → refresh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models.Producto(**p.model_dump()) — desempaca Pydantic como kwargs.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db.add(obj) — marca para INSERT pero aún NO toca BD.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db.commit() — ahora SÍ envía INSERT.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db.refresh(obj) — relee el objeto: trae id y timestamps generados.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db.query(...).filter(...).first() — query SQL declarativo.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.all() = lista completa. .first() = uno o None.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.offset(N).limit(M) — paginación clásica.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.ilike(pat) — LIKE case-insensitive (búsqueda).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56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· 1/2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y crear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fastapi import FastAPI, Depends, HTTPException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sqlalchemy.orm import Session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models, schemas, crud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database import engine, get_db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 las tablas si no existen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models.Base.metadata.create_all(bind=engine)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FastAPI(title='API Productos M5')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@app.post('/productos',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response_model=schemas.ProductoOut,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status_code=201)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crear(p: schemas.ProductoCreate,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db: Session = Depends(get_db)):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crud.crear(db, p)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Depends(get_db) inyecta la sesión por request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56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· 2/2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de lectura y borrado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3246120"/>
          </a:xfrm>
          <a:prstGeom prst="rect">
            <a:avLst/>
          </a:prstGeom>
          <a:solidFill>
            <a:srgbClr val="0A1220"/>
          </a:solidFill>
          <a:ln w="1270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046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@app.get('/productos',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response_model=List[schemas.ProductoOut])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listar(skip: int = 0, limit: int = 100,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db: Session = Depends(get_db)):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crud.listar(db, skip, limit)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@app.get('/productos/{pid}',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response_model=schemas.ProductoOut)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obtener(pid: int,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db: Session = Depends(get_db)):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 = crud.obtener(db, pid)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obj: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HTTPException(404, 'No encontrado')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obj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patrón para PATCH y DELETE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56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· EXPLICADO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models.Base.metadata.create_all() — crea tablas si no existen.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ProductoCreate → FastAPI sabe que es el BODY.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Session = Depends(get_db) → FastAPI inyecta la sesión.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llamas get_db() a mano. FastAPI lo hace.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finally en get_db cierra la sesión incluso si hay excepción.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OJO orden de rutas: /productos/buscar ANTES de /productos/{pid}.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solo hace HTTP. crud.py hace SQL. schemas.py valida.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56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8 · LAB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rápido: agregar categorías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campo 'categoria' (string opcional) al modelo.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endpoint GET /productos/categoria/{nombre}.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devuelva solo los productos de esa categoría.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Tiempo: 5 minutos.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Pista: agregar Column, schema, función crud, endpoint.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56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· RECAP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segundos de la clase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convierte type hints en validación + docs gratis.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= type hints + validación + serialización.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sesión por request = patrón estándar.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archivos (models / schemas / crud / main) escala mejor.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response_model previene filtrar campos sensibles.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hace que tu API se use, no se ignore.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— Clase 2 (11-05-2026)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95528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56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Iván Espinoza M.  ·  ivan.espinoza.m@gmail.com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DB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main:app --reload   ·   http://127.0.0.1:8000/docs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13 de mayo — AWS S3, RDS, DynamoDB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4770</Words>
  <Application>Microsoft Office PowerPoint</Application>
  <PresentationFormat>Presentación en pantalla (16:9)</PresentationFormat>
  <Paragraphs>731</Paragraphs>
  <Slides>54</Slides>
  <Notes>54</Notes>
  <HiddenSlides>1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59" baseType="lpstr"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— APIs con FastAPI</dc:title>
  <dc:subject>PptxGenJS Presentation</dc:subject>
  <dc:creator>Iván Espinoza M.</dc:creator>
  <cp:lastModifiedBy>ivan espinoza</cp:lastModifiedBy>
  <cp:revision>4</cp:revision>
  <dcterms:created xsi:type="dcterms:W3CDTF">2026-05-11T19:48:43Z</dcterms:created>
  <dcterms:modified xsi:type="dcterms:W3CDTF">2026-05-14T00:34:08Z</dcterms:modified>
</cp:coreProperties>
</file>