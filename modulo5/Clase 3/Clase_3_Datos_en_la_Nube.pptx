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40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INGENIERÍA DE DATOS APLICADA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 — Datos en la nube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cloud, almacenamiento y bases de datos.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mayo de 2026  |  3 horas  |  Modalidad online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00:00–00:10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de la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clase es POCO código y MUCHO entendimiento.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cambian (AWS, GCP, Azure, Render).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duran décadas: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cómo funcionan los modelos cloud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cómo se garantiza durabilidad y disponibilidad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por qué SQL vs NoSQL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arquitecturas de análisis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cómo cobran y cómo no gastar de más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00:10–00:25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cloud — 60 años en 15 min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 · 1960s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Mainframes y time-sharing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IBM del tamaño de una camioneta. US$5M.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bancos, universidades y gobiernos podían.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Time-sharing: muchos usuarios compartían UNA máquina.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tenía su 'turno' de milisegundos.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Pagabas por minutos de CPU.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idea de 'computación como servicio'.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computación algún día se organizará como una utilidad pública, igual que el sistema telefónico.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John McCarthy, 1961 — predijo TODO el cloud 45 años antes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 · 1970-80s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 y servidores propios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Mini-computadoras (Sun, DEC) más baratas.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medianas compran su propio servidor.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la PC: cliente que se conecta al servidor.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empresa = sala con A/C + UPS + sysadmin propio.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SOBRE-PROVISIONING (comprar para el pico).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del año tu servidor está al 10% de uso.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 · 1990s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y hosting compartido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dotcom: hasta la panadería quiere web.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servidor era imposible para PYMEs.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Surgen GoDaddy, Rackspace, Dreamhost.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sitios en la MISMA máquina.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US$5-20/mes.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sin control real, escalabilidad mala.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4 · 1998-2006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Virtualización: el ingrediente clave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Hipervisor: convence a varios SO de estar 'solos'.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edificio con departamentos (VMs).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Comparten estructura, agua, luz — pero aislados.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(1998), Xen (2003), KVM (2007).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1 cliente = 1 servidor físico.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16 VMs por servidor físico.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virtualización, no existiría AWS.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5 · 2006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AWS y cambia todo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era una tienda de libros con tech sofisticada.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Bezos: '¿y si vendemos la infraestructura?'.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2006 — S3: storage por API, pago por GB.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2006 — EC2: renta servidores por HORA.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contratos. Tarjeta de crédito → 5 min → listo.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startup necesitaba US$500.000.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US$50/mes. Nace Airbnb, Netflix, Dropbox.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margen es mi oportunidad.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Jeff Bezos sobre AWS — por eso los precios bajan cada año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6 · 2008-2014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y madurez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— Google App Engine (primer PaaS importante).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— Microsoft Azure entra.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— Heroku populariza 'git push y deploya'.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— DigitalOcean para developers.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— Docker: contenedores ligeros y portables.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— AWS Lambda: pagas por ejecución, no servidor.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'serverless'.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7 · 2015-presente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+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(2015): estándar de orquestación.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warehouses cloud (Snowflake, BigQuery, Redshift).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nube: SageMaker, Vertex AI, Bedrock.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y edge computing.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masivo: empresas vigilando el gasto.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Repatriación parcial (Dropbox, 37signals).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cloud: las GPUs son el centro.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· QUÉ TE LLEVAS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de 60 años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no es un producto: es 60 años de iteración.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era resolvió la anterior y creó nuevos problemas.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 fue el ingrediente que lo hizo posible.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McCarthy inventó la idea (1961), AWS la EJECUCIÓN (2006).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un estudiante levanta servicio global por US$0.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próximo cambio: AI-nativo, no 'más servidores'.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00:25–00:40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servicio cloud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METÁFORA DE LA PIZZA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formas de comer pizza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(en casa, desde cero): harina, queso, horno propio.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(masa precocida): tú agregas ingredientes y horneas.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(pizza congelada): solo necesitas el horno.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(a domicilio): no haces nada, solo comes.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baja el trabajo y sube la dependencia del proveedor.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SERVICIO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entrega cada uno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2402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entrega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Máquinas virtuales. Tú instalas SO y software. Control total.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 lista (BD, runtime). Subes código y datos.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lista por suscripción (Gmail, Slack, Notion).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 serverless. Pagas por ejecución (Lambda).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listo: auth + BD + storage (Firebase, Supabase).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 de contenedores (ECS, Cloud Run, AKS).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GESTIONA QUÉ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mental clásica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On-prem  IaaS    PaaS    SaaS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Aplicaciones     T        T       T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           T        T       T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         T        T       P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       T        T       P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operativo T       T       P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Virtualización   T        P       P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Servidores       T        P       P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         T        P       P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Redes            T        P       P      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tú gestionas    P = proveedor gestiona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bajas, más responsabilidad cae sobre ti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ELEGIR CADA UNO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IaaS: cuando tu equipo TIENE DevOps o necesita compliance estricto.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PaaS: opción por defecto. Foco en producto, no en infra.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para herramientas no diferenciadoras (CRM, email).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FaaS: integraciones cortas, tráfico irregular.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negocio es vender productos online, no debes configurar servidores Linux. Eso es PaaS.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COMO PaaS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 usamos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moderno, sucesor espiritual de Heroku.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para empezar (con sleep tras 15 min).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GitHub: push → deploy automático.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gestionado incluido.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configuración de servidor.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medio para aprender PaaS sin AWS complejo.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00:40–00:50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AWS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críticos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2402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data centers en una geografía. 33+ globales.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(Availability Zone)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center físico dentro de una región. Aislado.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punto cerca del usuario para CDN (&gt;400 globales).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red privada virtual dentro de AWS.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a nivel de recurso.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usuarios, roles y permisos.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ELEGIR REGIÓN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criterios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Latencia: más cercana a tus usuarios = más rápido.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algunos datos no pueden salir del país.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Precio: us-east-1 suele ser 10-20% más barato.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Servicios: us-east-1 estrena features primero.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Chile: sa-east-1 (São Paulo), ~30-50 ms.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responsable de qué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seguridad DE la nube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físico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físicas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del cloud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— seguridad EN la nube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configuración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(IAM)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 del SO (en EC2)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Encriptación de tus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culpable cuando algo falla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de AWS: se incendia un DC en Virginia → ellos mueven tráfico a otra AZ.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culpa: dejas un bucket S3 público con datos sensibles → tu multa GDPR.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AWS protege la nube. Tú proteges lo que pones en ella.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pilares de AWS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— monitoreo, automatización.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defensa en profundidad, IAM, encriptación.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— tolerancia a fallos, recuperación.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 — recursos correctos.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— pagar solo por lo que se usa.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— impacto ambiental (2021).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00:50–01:00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y seguridad cloud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IAM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actores de la seguridad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2402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root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 de la cuenta. NUNCA usar día a día.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para una persona o app.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con permisos compartidos.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asumible, sin password permanente.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con qué se puede hacer y sobre qué.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Restricción a nivel de organización.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TIENDA MARAVILLA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en una empresa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root: correo creador, guardado en caja fuerte.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User: juan.perez (developer).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Group: 'desarrolladores' con Juan, María, Pedro.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Role: la EC2 asume rol 'lee-S3' sin password.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'devs pueden leer S3, no borrar'.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SCP: 'ninguna cuenta crea EC2 fuera de sa-east-1'.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1 · MÍNIMO PRIVILEGIO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necesario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 a cada identidad SOLO los permisos que necesita.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Mal: AdministratorAccess para todos los devs.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Bien: solo lectura de un bucket S3 específico.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si se roban las credenciales, ¿cuál es el daño máximo?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a Juan (contador) solo la llave de contabilidad.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2 · DEFENSA EN PROFUNDIDAD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capas de seguridad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— Red: VPC, security groups.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— Identidad: IAM.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 — Aplicación: validación de inputs.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4 — Datos: encriptación reposo + tránsito.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5 — Monitoreo: CloudTrail, GuardDuty.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capa falla, otra te salva.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3 · ZERO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confíes, siempre verifica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a 'si está dentro de la VPC, es legítimo'.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request lleva token, cada conexión se autentica.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piso entero libre tras pasar al guardia.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cada zona pide tarjeta de nuevo.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2020+: BeyondCorp (Google).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bases de datos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 DE ALMACENAMIENTO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hablar de S3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2801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 propio. Bases de datos, sistemas operativos. Rapidísimo.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 compartida (NFS). Archivos entre varios servers.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Bodega gigante con API HTTP. Backups, fotos, data lake.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SIMPLE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analogías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= libreta personal. Solo tú, súper rápido, saltas a cualquier página.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= archivero de oficina. Varios pueden abrirlo, jerárquico.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= guardamuebles. Pides la caja XYZ y te la traen.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NO es un disco. Es un servicio HTTP que entrega objetos.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 tratas como filesystem, vas a pagar caro (cada request cuesta).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69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 · 01:25–01:40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en profundidad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DURABILIDAD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nueves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promete 99.999999999% de durabilidad.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millones de objetos, perderías UNO cada ~10.000 años.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se replica al menos 3 veces en AZs distintas.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duro casero: 1-3 nueves (fallan varias veces al año).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≠ availability. Durabilidad = no se pierde. Availability = responde.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se diseña</a:t>
            </a:r>
            <a:endParaRPr lang="en-US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aprox.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$0.023/GB-mes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frecuente. Default.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Standard-IA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$0.0125/GB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mensual o menos.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Glacier Instant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$0.004/GB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Archivado caliente, acceso 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Glacier Flexible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$0.0036/GB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Recuperación min-horas.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Glacier Deep Archive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$0.00099/GB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Compliance. Acceso 12+ horas.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ahorro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automática: muever objetos según antigüedad.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0-30 → Standard.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30-90 → Standard-IA (40% más barato).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90-365 → Glacier Flexible.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365+ → Deep Archive (95% más barato).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lifecycle: pagas Standard para siempre. Costos crecen sin razón.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 · 01:40–01:55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 MUNDOS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existen ambos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(Postgres, MySQL): tablas ordenadas con columnas fijas.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Estricto, predecible, ideal para datos críticos.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(DynamoDB, Mongo): cajas flexibles, escala masiva.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alrededor de 2005 con Google y Amazon.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= Excel ordenado. NoSQL = cajas en muchos almacenes.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 de 3, siempre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Consistency: todos ven el mismo dato.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Availability: siempre responde.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Partition tolerance: aguanta si la red se rompe.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SE rompen. La 'P' es obligatoria.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Eliges: callarse hasta arreglar (CP) o responder con dato viejo (AP).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 es una opinión: es matemática (probado en 2002).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69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vs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filosofías de transacciones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— el viejo testamento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Atomicity: o pasa todo, o nada.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estado válido siempre.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no se pisan entre sí.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Durability: si se grabó, queda.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MySQL, Oracle.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bancos, contabilidad.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— el nuevo testamento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Basically Available: siempre responde.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state: cambia sin input.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consistency: converge al final.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DynamoDB, Cassandra.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feeds, carritos, sesiones.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gana &gt; consistencia.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69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 CADA UNO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/ pagos / contabilidad → ACID. Sin negociación.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redes sociales / carrito → BASE. Rapidez gana.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usuario → BASE.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dudas, empieza con SQL/ACID.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desde SQL a NoSQL es más fácil que al revés.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69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cargas COMPLETAMENTE distintas</a:t>
            </a:r>
            <a:endParaRPr lang="en-US" sz="2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cortas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largas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Insertar pedido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por 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Milisegundos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Postgres, 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Snowflake, BigQuery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69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NoSQL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zoológico moderno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(Redis, DynamoDB): lookup por llave, rapidísimo.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(MongoDB): JSON anidados.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Column-family (Cassandra): escrituras masivas distribuidas.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(Neo4j): relaciones complejas (fraude, redes sociales).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(InfluxDB): IoT, métricas.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(Elasticsearch): full-text + aggregations.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69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9 · 01:55–02:10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+ FinOps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69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vs LAKE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filosofías de análisis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ordenadas.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estructurados.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ANTES de guardar (ETL).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BigQuery, Redshift.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catalogadas.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sin orden.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 + JSON + fotos.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primero, transformar después (ELT).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Athena.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'data swamp'.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69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mejor de ambos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popularizado por Databricks (2020).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barato del lake + ACID del warehouse.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Formatos: Apache Iceberg, Delta Lake, Hudi.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Time-travel: consultar 'cómo estaba hace 30 días'.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 sin reescribir todo.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gigante CON inventario ordenado.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69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el gasto cloud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porque es fácil quemar dinero en la nube.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Instances: 1-3 años → 30-70% descuento.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Instances: capacidad sobrante → 90% descuento.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Right-sizing: no usar m5.xlarge si el 10% basta.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por equipo/proyecto para asignar costos.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presupuesto antes de fin de mes.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TÍPICOS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Quemar dinero sin darse cuenta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grande olvidada prendida (US$200-2000/mes).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lifecycle en S3: logs viejos en Standard.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entre regiones (descargas caras).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eternos en CloudWatch sin retention.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Multi-AZ cuando solo necesitabas single.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manuales desde 2019.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80% del ahorro viene del 20% de los recursos. Identifica los 5 mayores y optimízalos. Lo demás es ruido.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Regla de oro FinOps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69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10 · 02:20–02:50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reales, dudas y Q&amp;A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69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latam 'Cabify' — el viaje a la nube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propios en datacenter Madrid.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requería comprar hardware.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= horas sin servicio.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SRE de 12 personas.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(AWS)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en eventos pico.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Multi-region: Madrid + São Paulo.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99.95%.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producto, no en infra.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69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vs Blockbuster — lección histórica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Blockbuster (2000)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propia gigantesca.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físicas con costo fijo.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supo migrar al streaming.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Quebró en 2010.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(2008→)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Movió TODO a AWS.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1/3 del tráfico mundial.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Monkey y resiliencia cloud.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AWS, no existiría.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69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de US$72.000 en 24 horas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startup chilena dejó un bucket S3 público con logs.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 empezó a descargar masivamente.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TB de egress en 24h = US$72.000.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IAM por defecto, no por excepción.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Budget Alerts hubiesen ahorrado el incidente.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FinOps no es opcional, es supervivencia.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69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FRECUENTE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cloud elijo para mi proyecto?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vas a vender → AWS o GCP (madurez + soporte).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haces ML/IA → GCP (BigQuery + Vertex) o AWS.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haces app web rápida → Render, Vercel, Fly.io.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cliente es enterprise → Azure (Active Directory).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quieres data warehouse → Snowflake (cloud-agnostic).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→ solo si tienes equipo SRE serio.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69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mejor cloud es el que tu equipo puede operar bien. La tecnología más sofisticada falla si nadie la entiende.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Principio de pragmatismo cloud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69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SIEMPRE APARECEN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dudas más comunes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¿AWS gana siempre? No — Azure manda en enterprise, GCP en data/IA.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¿Multi-cloud vale la pena? Solo a escala muy grande.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¿Serverless es siempre más barato? No, depende del tráfico.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¿Lakehouse reemplaza al warehouse? Sí en startups, no en bancos.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¿Postgres o DynamoDB? Postgres por defecto, DynamoDB si escalas.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migrar de PaaS a IaaS? Cuando el costo o control lo justifique.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69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TÍPICOS DE EQUIPOS QUE EMPIEZAN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 cometas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todo con usuario root de AWS.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S3 públicos por error.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grandes encendidas en regiones equivocadas.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y backups que nadie borra desde 2019.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eternos en Standard en vez de Glacier.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data transfer (caro y silencioso).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69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TU PROYECTO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aplicar lo de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PaaS si tu equipo es chico.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IAM y presupuesto antes de cualquier deploy.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cloud y domínalo antes de pensar en multi.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Budget Alerts el día 1.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datos: empieza con Postgres, agrega lake si crece.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cada decisión arquitectónica.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69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preguntas (chat abierto)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69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DE 60 SEGUNDOS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= 60 años de iteración + virtualización + AWS 2006.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 IaaS, PaaS, SaaS, FaaS — cada uno con su trade-off.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regiones, AZs, edge, IAM con 3 principios.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block (BD), file (compartido), object (S3).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11 nueves de durabilidad, storage classes para optimizar costo.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CAP, ACID vs BASE, OLTP vs OLAP — dos mundos que conviven.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+ Lake = Lakehouse. FinOps para no quemar plata.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69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DEL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Recordatorio: tarea integradora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habrá UNA tarea integradora.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les enviará después de Clase 3 (hoy o mañana).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Unirá los temas de las 5 clases.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aplicar lo aprendido en un caso práctico.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y deadline llegarán por email.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9659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integradora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Envío: post-Clase 3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13-05-2026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Clase 4: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 workspace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 probado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Lectura: Well-Architected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69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 CLASE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mayo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entendimos CÓMO funciona la nube.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Pero, ¿qué pasa si tu sistema falla a las 3 AM?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 una task queda zombie?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automatización + logging + alertas.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Cron, systemd, GitHub Actions.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JSON estructurado.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alerts con throttling.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3 (13-05-2026)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69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Espinoza M.  ·  ivan.espinoza.m@gmail.com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Ingeniería de datos aplicada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15 de mayo — Automatización, logging y alertas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4268</Words>
  <Application>Microsoft Office PowerPoint</Application>
  <PresentationFormat>Presentación en pantalla (16:9)</PresentationFormat>
  <Paragraphs>711</Paragraphs>
  <Slides>65</Slides>
  <Notes>65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0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— Datos en la nube</dc:title>
  <dc:subject>PptxGenJS Presentation</dc:subject>
  <dc:creator>Iván Espinoza M.</dc:creator>
  <cp:lastModifiedBy>ivan espinoza</cp:lastModifiedBy>
  <cp:revision>2</cp:revision>
  <dcterms:created xsi:type="dcterms:W3CDTF">2026-05-13T22:34:59Z</dcterms:created>
  <dcterms:modified xsi:type="dcterms:W3CDTF">2026-05-14T02:11:47Z</dcterms:modified>
</cp:coreProperties>
</file>