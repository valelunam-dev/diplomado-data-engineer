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9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3508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INGENIERÍA DE DATOS APLICADA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4 — Automatización, logging y alertas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+ labs hands-on para llevar un script a producción.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de mayo de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2D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Tienen un script Python que extrae datos y los guarda en una tabla. Funciona perfecto si lo corren a mano. ¿Cómo lo dejan corriendo solo todos los días a las 6 AM, sin ustedes?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La pregunta del millón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4 (15-05-2026)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 LA CLASE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terminar 3 horas, podrás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Agendar scripts con schedule, cron, APScheduler, systemd y GitHub Actions.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cuándo elegir cada herramienta (no todas sirven para todo).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logging Python profesional con niveles, handlers, JSON.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Distinguir una alerta sana de una alerta-ruido.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alertas a Slack vía webhook desde Python.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Loguear métricas estructuradas que sirvan para Clase 5 (ELK).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4 (15-05-2026)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63040"/>
            <a:ext cx="4572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4864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de scripts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4 (15-05-2026)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00:00–00:10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Posicionamiento del tema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Clase 1 vimos Airflow: artillería pesada.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Hoy: opciones livianas para tareas simples.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herramienta tiene su lugar.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Foco: que tu automatización sea OBSERVABLE.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Deje rastro, avise cuando falle, sea depurable.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4 (15-05-2026)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CLASE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para abrir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¿Diferencia entre IaaS y PaaS?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conviene DynamoDB sobre RDS?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S3 en 1 frase?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entiendes por 'estado consistente' en CAP?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4 (15-05-2026)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68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2D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Tengo un script que corre cada 15 minutos. ¿Cómo me aseguro de que (1) realmente corra, (2) sepa cuando falle, (3) tenga datos para depurarlo después?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Lo que sabrás responder al final de la clase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4 (15-05-2026)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68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63040"/>
            <a:ext cx="4572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4864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2A · 00:10–00:35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— teoría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4 (15-05-2026)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68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2D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Automatizar no es comodidad: es REMOVER LA DEPENDENCIA DE TU PRESENCIA. Si un ETL corre a las 6 AM y tú lo lanzas a mano, basta un fin de semana largo para que el negocio quede ciego.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Principio del bloque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4 (15-05-2026)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68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· EL CLÁSICO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Linux/Unix desde 1975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Agendador por defecto de Linux/Unix.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Sintaxis: 'minuto hora día mes día-semana  comando'.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MÁS USADA del planeta para tareas agendadas.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 en /etc/crontab y en crontab -e por usuario.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siendo válido en 2026 para muchísimas tareas.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4 (15-05-2026)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68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· SINTAXIS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una entrada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246120"/>
          </a:xfrm>
          <a:prstGeom prst="rect">
            <a:avLst/>
          </a:prstGeom>
          <a:solidFill>
            <a:srgbClr val="0A1220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80467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minuto hora día mes día-semana  comando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*    *   *   *    *         comando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Ejemplos comunes: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6 * * *           # todos los días 06:00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*/15 * * * *        # cada 15 minutos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8-18 * * 1-5      # cada hora, 8-18, lun-vie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2 1 * *          # día 1 de cada mes 02:30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0 * * 0           # domingos a medianoche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@daily              # = 0 0 * * *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@hourly             # cada hora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@reboot             # al arrancar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estrellas + el comando. Lectura: 'en este momento, hacer X'.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4 (15-05-2026)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68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· EDITAR CRONTAB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246120"/>
          </a:xfrm>
          <a:prstGeom prst="rect">
            <a:avLst/>
          </a:prstGeom>
          <a:solidFill>
            <a:srgbClr val="0A1220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80467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crontab -l    # listar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crontab -e    # editar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Variables al inicio del crontab: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MAILTO=alerts@empresa.cl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PATH=/usr/local/bin:/usr/bin:/bin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 tarea (notar rutas absolutas + redirección):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6 * * * /home/data/venv/bin/python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/home/data/scripts/etl.py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&gt;&gt; /var/log/etl.log 2&gt;&amp;1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Tip: SIEMPRE rutas absolutas (cron no carga tu PATH).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Tip: redirige stdout y stderr o no sabrás qué falló.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 entorno DENTRO del crontab o no llegarán al script.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4 (15-05-2026)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68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· TRAMPAS COMUNES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te va a costar horas debug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minimalista: usa rutas absolutas SIEMPRE.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 entorno se pierden: defínelas en el crontab.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horaria: confirma con 'timedatectl'.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 apagada = tarea no corre (usa anacron o systemd).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redirección = errores perdidos en /var/spool/mail.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logs = no sabrás POR QUÉ falló.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4 (15-05-2026)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68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LIBRERÍA 'schedule'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en Python puro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schedule.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Multiplataforma (Windows, Mac, Linux).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Sintaxis casi inglés natural.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script Python que ya corre como daemon.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necesita servidor configurado.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Limitación: si el proceso muere, no hay persistencia.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4 (15-05-2026)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68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· CÓDIGO TÍPICO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formas de agendar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246120"/>
          </a:xfrm>
          <a:prstGeom prst="rect">
            <a:avLst/>
          </a:prstGeom>
          <a:solidFill>
            <a:srgbClr val="0A1220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80467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schedule, time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datetime import datetime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trabajo():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print(f'[{datetime.now()}] corriendo...')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schedule.every(10).minutes.do(trabajo)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schedule.every().hour.at(':30').do(trabajo)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schedule.every().day.at('06:00').do(trabajo)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schedule.every().monday.at('09:00').do(trabajo)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schedule.every(5).to(10).minutes.do(trabajo)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schedule.run_pending()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time.sleep(1)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while True + sleep(1) son OBLIGATORIOS — sin ellos no corre.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4 (15-05-2026)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68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APScheduler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opción robusta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apscheduler.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Soporta cron, intervalos y fechas únicas.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Persistencia: guarda jobs en SQLite/Postgres.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proceso muere, los jobs persisten al reiniciar.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triggers para una misma función.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 por Airflow, Home Assistant, muchos otros.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4 (15-05-2026)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68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APScheduler vs schedule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elegir cuál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3200400"/>
          </a:xfrm>
          <a:prstGeom prst="rect">
            <a:avLst/>
          </a:prstGeom>
          <a:solidFill>
            <a:srgbClr val="14253B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3611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pequeño, daemon que ya tienes.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persistencia, todo en memoria.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Sintaxis super simple.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proceso muere, los jobs se pierden.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tareas opcionales.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417320"/>
            <a:ext cx="4023360" cy="3200400"/>
          </a:xfrm>
          <a:prstGeom prst="rect">
            <a:avLst/>
          </a:prstGeom>
          <a:solidFill>
            <a:srgbClr val="1A2E47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484632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APScheduler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83480" y="1965960"/>
            <a:ext cx="3611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Necesitas robustez (no perder corridas).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triggers en una función.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en BD (SQLite, Postgres).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sobreviven a restarts.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seria sin Airflow completo.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4 (15-05-2026)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68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APScheduler · BÁSICO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con trigger cron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246120"/>
          </a:xfrm>
          <a:prstGeom prst="rect">
            <a:avLst/>
          </a:prstGeom>
          <a:solidFill>
            <a:srgbClr val="0A1220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80467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apscheduler.schedulers.blocking import BlockingScheduler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apscheduler.triggers.cron import CronTrigger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etl():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print('Corriendo ETL...')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 = BlockingScheduler(timezone='America/Santiago')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Cada día a las 6 AM (sintaxis cron-like)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sch.add_job(etl, CronTrigger(hour=6, minute=0))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Cada 15 min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sch.add_job(etl, 'interval', minutes=15)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Una vez en fecha específica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sch.add_job(etl, 'date', run_date='2026-12-31 23:59:00')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sch.start()  # bloquea aquí hasta Ctrl-C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 cron-string, intervalo, o fecha única. Muy flexible.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4 (15-05-2026)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68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systemd TIMERS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moderno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Reemplazo MODERNO de cron en Linux.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archivos: foo.service (qué hacer) + foo.timer (cuándo).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Reintentos automáticos, logging vía journald.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Persistencia: si la máquina estaba apagada, corre al volver.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Integrado con el OS, no requiere proceso extra.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servidores Linux dedicados.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4 (15-05-2026)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68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systemd · ARCHIVOS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+ timer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246120"/>
          </a:xfrm>
          <a:prstGeom prst="rect">
            <a:avLst/>
          </a:prstGeom>
          <a:solidFill>
            <a:srgbClr val="0A1220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80467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/etc/systemd/system/etl.service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[Unit]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Description=ETL diario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[Service]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Type=oneshot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User=data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ExecStart=/home/data/venv/bin/python /home/data/etl.py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/etc/systemd/system/etl.timer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[Unit]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Description=Corre ETL todos los días 06:00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[Timer]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OnCalendar=*-*-* 06:00:00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Persistent=true   # si estaba apagada, corre al arrancar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[Install]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WantedBy=timers.target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Persistent=true es la ventaja BRUTAL sobre cron.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4 (15-05-2026)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68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systemd · ACTIVAR Y VER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comandos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246120"/>
          </a:xfrm>
          <a:prstGeom prst="rect">
            <a:avLst/>
          </a:prstGeom>
          <a:solidFill>
            <a:srgbClr val="0A1220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80467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Recargar y activar el timer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systemctl daemon-reload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systemctl enable --now etl.timer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Ver si está activo y cuándo correrá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systemctl list-timers etl.timer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Ver los logs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journalctl -u etl.service --since today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lugar para todo: schedule + ejecución + logs.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4 (15-05-2026)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68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sin servidor propio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repo en GitHub = tu scheduler gratuito.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en .github/workflows/etl.yml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+ run + ya está.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guardados en GitHub (no en el repo).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2.000 minutos GRATIS al mes en repos públicos.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Limitación: máximo 6 horas por job, mín 1 min entre runs.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4 (15-05-2026)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68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.github/workflows/etl.yml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típico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246120"/>
          </a:xfrm>
          <a:prstGeom prst="rect">
            <a:avLst/>
          </a:prstGeom>
          <a:solidFill>
            <a:srgbClr val="0A1220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80467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ETL diario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schedule: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cron: '0 9 * * *'   # 09:00 UTC = 05:00 Chile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workflow_dispatch:       # botón manual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run-etl: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runs-on: ubuntu-latest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timeout-minutes: 30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actions/checkout@v4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actions/setup-python@v5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python-version: '3.11'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cache: 'pip'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pip install -r requirements.txt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python etl.py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env: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DB_PASS: ${{ secrets.DB_PASS }}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 main = GitHub agenda automáticamente.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4 (15-05-2026)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68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· CÓMO LO DISPARAS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formas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AUTOMÁTICO: subes el .yml, haces git push.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lo detecta y agenda — sin botones.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MANUAL: repo → pestaña Actions.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Seleccionas 'ETL diario' → 'Run workflow'.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porque agregaste workflow_dispatch en el YAML.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forma de probarlo sin esperar al cron.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4 (15-05-2026)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68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RÁPIDA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herramienta para qué caso</a:t>
            </a:r>
            <a:endParaRPr lang="en-US" sz="28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256032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Herramienta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Cuándo usarla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 dedicado, tareas simples, máquina prendida 24/7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 Python que ya corre como daemon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APScheduler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Necesitas persistencia + múltiples triggers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systemd timers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 moderno + reintentos + logs unificados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Actions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servidor propio, tareas cortas, integra repo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EventBridge + Lambda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Cron en la nube, paga por ejecución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Airflow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Pipelines complejos con dependencias entre tareas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4 (15-05-2026)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68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2D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 lo haces a mano dos veces, el tercero debe ser un script. Si haces el script dos veces, el tercero debe estar agendado.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Regla práctica de automatización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4 (15-05-2026)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68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63040"/>
            <a:ext cx="4572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4864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2B · 00:35–00:55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 — Tu primer scheduler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4 (15-05-2026)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68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 · OBJETIVO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minutos hands-on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script Python que escriba la hora a un archivo cada 5 segundos.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Dejarlo corriendo 1 minuto.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el archivo y ver 12 timestamps.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agendar el mismo trabajo con cron real (Linux/Mac).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SENTIR que una máquina hace algo solita.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4 (15-05-2026)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68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 · lab1_scheduler.py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script completo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246120"/>
          </a:xfrm>
          <a:prstGeom prst="rect">
            <a:avLst/>
          </a:prstGeom>
          <a:solidFill>
            <a:srgbClr val="0A1220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80467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pip install schedule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schedule, time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datetime import datetime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ARCHIVO = 'pulso.log'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latir():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momento = datetime.now().strftime('%Y-%m-%d %H:%M:%S')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open(ARCHIVO, 'a', encoding='utf-8') as f: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f.write(f'{momento}  vivo\n')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print(f'[{momento}] latido escrito')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schedule.every(5).seconds.do(latir)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print('Scheduler arrancado. Ctrl-C para detener.')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schedule.run_pending()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time.sleep(1)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líneas y ya tienes un mini-agendador.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4 (15-05-2026)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68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 · CORRER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verificar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246120"/>
          </a:xfrm>
          <a:prstGeom prst="rect">
            <a:avLst/>
          </a:prstGeom>
          <a:solidFill>
            <a:srgbClr val="0A1220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80467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Correr y dejar 1 minuto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lab1_scheduler.py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 otra terminal o después de Ctrl-C: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pulso.log     # Linux/Mac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pulso.log    # Windows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Esperado: ~12 líneas con timestamps separados ~5s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2026-05-15 14:23:01  vivo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2026-05-15 14:23:06  vivo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2026-05-15 14:23:11  vivo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ves 10-12 líneas, lo lograste. ✓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4 (15-05-2026)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68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 · QUÉ TE LLEVAS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3 ideas clave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'schedule' es la forma más simple de agendar en Python.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while True + sleep es OBLIGATORIO.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máquina se apaga, las tareas no corren.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después aparecen systemd / GitHub Actions.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Compartir en chat: ¿cuántas líneas escribió tu pulso.log?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4 (15-05-2026)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68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22D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Olvidar el 'while True' al final del script de schedule: el scheduler queda agendado pero el programa termina, así que NUNCA llega a ejecutar nada. Mucha gente debugea 20 min este detalle.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Trampa típica del LAB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4 (15-05-2026)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68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63040"/>
            <a:ext cx="4572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4864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profesional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4 (15-05-2026)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68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22D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sistema sin logs es como un paciente que se cae al suelo: ves que está mal, pero no sabes por qué. Un sistema con buenos logs es como un paciente con expediente clínico.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Por qué loguear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4 (15-05-2026)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68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print() NO BASTA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producción print() te traiciona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contexto: sin timestamp, sin nivel, sin módulo.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puedes apagar mensajes verbosos sin borrar código.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puedes filtrar por severidad.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persiste a archivo de forma robusta.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Mezclar logs de varios procesos = ilegible.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formato estructurado: parsear es frágil.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4 (15-05-2026)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68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22D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Logging es el regalo que tu yo de las 3 AM le hace a tu yo de las 3 PM.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Frase para enmarcar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4 (15-05-2026)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68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NIVELES CANÓNICOS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Heurística de cuándo usar cuál</a:t>
            </a:r>
            <a:endParaRPr lang="en-US" sz="28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192024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Cuándo usarlo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Detalle fino para diagnosticar (queries SQL, variables internas)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Eventos normales ('comenzó ETL', '1234 filas procesadas')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 raro pero no fatal ('100 filas con NULL en X')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 falló y se manejó ('reintentando conexión a BD')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Falla grave que detiene el proceso ('exiting')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4 (15-05-2026)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68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HEURÍSTICA DE NIVELES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Pregúntate quién y cuándo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humana en &lt;1 hora → ERROR o CRITICAL.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humana en horas/días → WARNING.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va a actuar → INFO.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te sirve mientras debugueas → DEBUG.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TÚ no estarías leyendo esto a las 3 AM, no es ERROR.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4 (15-05-2026)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68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· SETUP MÍNIMO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líneas y ya logueas pro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246120"/>
          </a:xfrm>
          <a:prstGeom prst="rect">
            <a:avLst/>
          </a:prstGeom>
          <a:solidFill>
            <a:srgbClr val="0A1220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80467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logging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logging.basicConfig(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level=logging.INFO,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format='%(asctime)s | %(levelname)-8s | %(name)s | %(message)s',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datefmt='%Y-%m-%d %H:%M:%S'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 = logging.getLogger(__name__)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log.info('ETL iniciado')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log.warning('Stock proyectado negativo SKU-42')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log.error('Falló conexión a Postgres, reintentando...')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Salida: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2026-05-15 10:23:01 | INFO     | __main__ | ETL iniciado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+ format + getLogger. Esto basta para 80% de casos.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4 (15-05-2026)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68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LOGGERS NOMBRADOS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recomendada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246120"/>
          </a:xfrm>
          <a:prstGeom prst="rect">
            <a:avLst/>
          </a:prstGeom>
          <a:solidFill>
            <a:srgbClr val="0A1220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80467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 cada módulo: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logging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 = logging.getLogger(__name__)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extraer.py     -&gt; logger 'extraer'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transformar.py -&gt; logger 'transformar'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main.py        -&gt; logger '__main__'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Filtrar por módulo: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2026-05-15 10:23:01 | INFO  | extraer    | descargando...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2026-05-15 10:23:05 | INFO  | transformar | 1234 filas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Configurar niveles distintos por módulo: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logging.getLogger('sqlalchemy.engine').setLevel(logging.WARNING)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logging.getLogger('boto3').setLevel(logging.WARNING)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logging.getLogger('mi_app').setLevel(logging.DEBUG)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__name__ te da el nombre del módulo automáticamente.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4 (15-05-2026)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68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HANDLERS · A DÓNDE VAN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Consola + archivo + JSON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246120"/>
          </a:xfrm>
          <a:prstGeom prst="rect">
            <a:avLst/>
          </a:prstGeom>
          <a:solidFill>
            <a:srgbClr val="0A1220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80467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logging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logging.handlers import RotatingFileHandler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 = logging.getLogger('etl')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log.setLevel(logging.DEBUG)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 = logging.Formatter(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'%(asctime)s | %(levelname)-8s | %(name)s | %(message)s'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Consola: solo INFO+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consola = logging.StreamHandler()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consola.setLevel(logging.INFO)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consola.setFormatter(fmt)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Archivo rotativo: TODO (10 MB, máx 5 archivos)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archivo = RotatingFileHandler('etl.log', maxBytes=10_000_000, backupCount=5)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archivo.setLevel(logging.DEBUG)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archivo.setFormatter(fmt)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log.addHandler(consola); log.addHandler(archivo)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mensaje, distintos destinos, distintos filtros.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4 (15-05-2026)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/ 68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LOGGING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producción 2026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246120"/>
          </a:xfrm>
          <a:prstGeom prst="rect">
            <a:avLst/>
          </a:prstGeom>
          <a:solidFill>
            <a:srgbClr val="0A1220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80467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pip install python-json-logger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logging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pythonjsonlogger import jsonlogger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 = logging.getLogger()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log.setLevel(logging.INFO)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= logging.StreamHandler()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h.setFormatter(jsonlogger.JsonFormatter(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'%(asctime)s %(levelname)s %(name)s %(message)s'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log.addHandler(h)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log.info('extraccion_completa', extra={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'filas': 12340,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'duracion_seg': 23.4,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'fuente': 'api-shopify'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Salida (1 línea):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{"asctime":"...","levelname":"INFO","message":"extraccion_completa",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"filas":12340,"duracion_seg":23.4,"fuente":"api-shopify"}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= cada campo es filtrable y graficable en ELK/CloudWatch.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4 (15-05-2026)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/ 68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a memorizar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Loguea entradas y salidas de cada función importante.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Loguea decisiones de negocio ('descartadas 12 filas por monto&lt;=0').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datos sensibles (passwords, tokens, RUTs, tarjetas).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línea por evento. Si necesitas estructura, JSON.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contexto: request_id, user_id, transaction_id.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log.exception() en except, NO log.error() (te trae el stack).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4 (15-05-2026)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/ 68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ANTI-PATRONES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 se hace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log.info(f'Procesando: {df}') → inunda log con 1 GB.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try: ... except: log.error('falló') → oculta el stack.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Mezclar print() y logging en el mismo flujo.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Loguear secrets aunque sea por accidente.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logging dentro de CADA módulo (deja basicConfig solo en entry point).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4 (15-05-2026)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/ 68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63040"/>
            <a:ext cx="4572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4864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3B · 01:30–01:50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 — Logger profesional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4 (15-05-2026)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/ 68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 · OBJETIVO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minutos hands-on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logger con 2 handlers (consola + archivo).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5 logs: INFO, WARNING, ERROR, EXCEPTION, CRITICAL.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Forzar excepción real para ver log.exception() funcionar.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el archivo y verificar el formato.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hacerlo rotar generando 20.000 eventos.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4 (15-05-2026)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/ 68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 · lab2_logger.py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 con 2 handlers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246120"/>
          </a:xfrm>
          <a:prstGeom prst="rect">
            <a:avLst/>
          </a:prstGeom>
          <a:solidFill>
            <a:srgbClr val="0A1220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80467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logging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logging.handlers import RotatingFileHandler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 = logging.getLogger('mi_etl')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log.setLevel(logging.DEBUG)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 = logging.Formatter(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'%(asctime)s | %(levelname)-8s | %(name)s | %(message)s'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 = logging.StreamHandler()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console.setLevel(logging.INFO)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console.setFormatter(fmt)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archivo = RotatingFileHandler('mi_etl.log',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maxBytes=200_000, backupCount=3)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archivo.setLevel(logging.DEBUG)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archivo.setFormatter(fmt)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log.addHandler(console); log.addHandler(archivo)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 nombrado, NO usar root logger en producción.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4 (15-05-2026)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/ 68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 · PROBAR LOS 5 NIVELES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log.exception()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246120"/>
          </a:xfrm>
          <a:prstGeom prst="rect">
            <a:avLst/>
          </a:prstGeom>
          <a:solidFill>
            <a:srgbClr val="0A1220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80467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log.debug('debug: solo va al archivo')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log.info('info: ETL arrancando')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log.warning('warning: 2 filas con NaN')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log.error('error: API externa devolvió 500')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log.critical('critical: BD no responde')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Excepción REAL → traceback completo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1 / 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ZeroDivisionError: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log.exception('division por cero')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Correr: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lab2_logger.py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Esperado en consola: 5 líneas (NO el DEBUG)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Esperado en archivo: 6 líneas (con DEBUG)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log.exception() captura el traceback automáticamente.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4 (15-05-2026)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/ 68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22D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Llamar a logging.basicConfig() Y agregar handlers manualmente: los mensajes se duplican porque hay handlers en el logger raíz Y en el tuyo. Si ves cada log doble, eso es.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Trampa típica del LAB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4 (15-05-2026)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/ 68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63040"/>
            <a:ext cx="4572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4864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3 · 02:00–02:40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y monitoreo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4 (15-05-2026)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/ 68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22D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detector de humo bueno suena CUANDO hay fuego y SE CALLA en cuanto se ventila. Uno malo suena cada vez que cocinas. ¿Resultado? Le sacas la batería.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Por qué las alertas mal calibradas son peor que no tener alertas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4 (15-05-2026)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/ 68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22D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alerta debe llegar SOLO cuando un humano debe actuar. Si llega y nadie actúa, es ruido. Si llega 100 veces y nadie actúa, todos la ignoran y el día que importe, también.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La regla de oro de alertas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4 (15-05-2026)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/ 68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NIVELES DE SEVERIDAD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esperada por nivel</a:t>
            </a:r>
            <a:endParaRPr lang="en-US" sz="28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16002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Acción esperada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 — Crítico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Caída total. Cliente afectado. Despertar a alguien.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 — Alto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Funcionalidad degradada. Mismo día laboral.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 — Medio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Anomalía pero sigue funcionando. 1-3 días.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 — Bajo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Información, tendencia. Revisar en sprint.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4 (15-05-2026)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/ 68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AL DISEÑAR ALERTAS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mata canales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Alertar por cada warning → alert fatigue.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contexto: 'pipeline falló' no sirve (¿cuál? ¿qué tarea?).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throttling: BD cae = 1.000 alertas en 5 min.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runbook: 'qué hacer si recibes esta'.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canal para todo: P1 al teléfono, P2 a Slack, P3 email.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4 (15-05-2026)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/ 68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WEBHOOKS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líneas y ya alertas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246120"/>
          </a:xfrm>
          <a:prstGeom prst="rect">
            <a:avLst/>
          </a:prstGeom>
          <a:solidFill>
            <a:srgbClr val="0A1220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80467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os, requests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SLACK_URL = os.environ['SLACK_WEBHOOK']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alertar(titulo, detalle, color='#FF6B6B'):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payload =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'attachments': [{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'color': color, 'title': titulo,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'text': detalle,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requests.post(SLACK_URL, json=payload, timeout=5)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r.raise_for_status()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Uso: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correr_etl()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Exception as e: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alertar('ETL FALLÓ', f'```{e}```')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raise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URL secreta + un POST con JSON = listo.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4 (15-05-2026)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/ 68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THROTTLING · 5 LÍNEAS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inundar el canal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246120"/>
          </a:xfrm>
          <a:prstGeom prst="rect">
            <a:avLst/>
          </a:prstGeom>
          <a:solidFill>
            <a:srgbClr val="0A1220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80467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time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collections import defaultdict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_ultima = defaultdict(float)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VENTANA = 600  # 10 minutos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alertar_throttled(clave, mensaje):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ahora = time.time()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ahora - _ultima[clave] &lt; VENTANA: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 # silenciada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_ultima[clave] = ahora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alertar(clave, mensaje)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Prueba: misma clave 100 veces seguidas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_ in range(100):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alertar_throttled('db-down', 'BD caída')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Solo se manda 1 alerta cada 10 min.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throttling, BD caída = 1.000 alertas idénticas.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4 (15-05-2026)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/ 68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OTRAS HERRAMIENTAS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equipo crece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PagerDuty / Opsgenie: oncall con rotaciones + llamadas.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Sentry: captura automática de excepciones Python/JS.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Healthchecks.io: 'pinger' para crons que NO corrieron.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Stack / Uptime Kuma: monitoreo de URLs.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startup chica: Slack basta. Para empresa: PagerDuty.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4 (15-05-2026)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/ 68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63040"/>
            <a:ext cx="4572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4864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5 · 02:40–02:55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mínimas + LAB 4 mini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4 (15-05-2026)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/ 68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QUE TODO PIPELINE DEBE EMITIR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tener ELK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ejecución total y por etapa.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 procesado (filas leídas, escritas, bytes).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error por etapa.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Heartbeat (INFO al inicio + al fin con duración).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del código (git SHA).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Identificador único de run (run_id) para correlación.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final: OK / WARNING / ERROR + razón.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4 (15-05-2026)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/ 68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COMPLETO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manager con métricas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246120"/>
          </a:xfrm>
          <a:prstGeom prst="rect">
            <a:avLst/>
          </a:prstGeom>
          <a:solidFill>
            <a:srgbClr val="0A1220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80467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time, uuid, json, logging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contextlib import contextmanager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logging.basicConfig(level=logging.INFO, format='%(message)s')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 = logging.getLogger('etl')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log_json(evento, **campos):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log.info(json.dumps({'evento': evento, **campos}))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@contextmanager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medir(etapa):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run_id = str(uuid.uuid4())[:8]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t0 = time.time()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log_json('inicio', etapa=etapa, run_id=run_id)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yield run_id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log_json('fin', etapa=etapa, run_id=run_id,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duracion_seg=round(time.time()-t0, 2), status='OK')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except Exception as e: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log_json('fin', etapa=etapa, run_id=run_id,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duracion_seg=round(time.time()-t0, 2),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status='ERROR', error=str(e))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etapa loguea inicio + fin + duración en JSON.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4 (15-05-2026)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/ 68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 MINI · USO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falso con 3 etapas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246120"/>
          </a:xfrm>
          <a:prstGeom prst="rect">
            <a:avLst/>
          </a:prstGeom>
          <a:solidFill>
            <a:srgbClr val="0A1220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80467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Pipeline falso de 3 etapas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medir('descargar'):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time.sleep(1.2)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medir('transformar'):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time.sleep(0.7)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medir('cargar'):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time.sleep(0.5)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lab4_metricas.py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Salida: 6 líneas JSON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 de 'inicio' + 3 de 'fin' con duración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Cada etapa tiene su run_id propio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es la materia prima de los dashboards en Kibana (Clase 5).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4 (15-05-2026)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/ 68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22D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Estos campos JSON que loguean 'servicio', 'run_id', 'duracion_seg', 'status' serán EXACTAMENTE las dimensiones que filtraremos y graficaremos en Kibana la próxima clase.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El puente con la Clase 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4 (15-05-2026)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/ 68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63040"/>
            <a:ext cx="4572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4864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6 · 02:55–03:00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4 (15-05-2026)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/ 68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DE 60 SEGUNDOS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vimos hoy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Automatización: cron (clásico), schedule (Python), APScheduler (robusto), systemd (Linux moderno), GA (sin servidor).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&gt; print, siempre. Niveles, handlers, JSON.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alerta sana es la que requiere acción humana.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webhooks + throttling = sistema de alertas profesional.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Loguea métricas estructuradas: te salvan la vida en producción.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4 (15-05-2026)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/ 68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FINAL DEL MÓDULO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Mini-pipeline auto-supervisado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 deliverable: ZIP con repo Python.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Clase 1 (ETL), Clase 2 (FastAPI) y Clase 4 (hoy).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corre local — no AWS, ni Render, ni ELK.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+ API + scheduler + logging JSON + alerta local.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Detalles + pauta de evaluación: en el archivo enviado.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0" y="1371600"/>
            <a:ext cx="3017520" cy="32004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585216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852160" y="196596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Deadline: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 días post-Clase 5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Puntaje: /100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Cubre: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Clase 1, 2 y 4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Local solamente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4 (15-05-2026)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 / 68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ADELANTO CLASE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de mayo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generamos logs JSON pero los miramos con 'cat'.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clase: hacer 'cat' a millones de logs en segundos.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Stack: Elasticsearch + Logstash + Kibana.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Indexar tus logs, filtrar, graficar.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logger de hoy se conectará a Kibana sin cambiar código.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4 (15-05-2026)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/ 68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48640" y="2926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Iván Espinoza M.  ·  ivan.espinoza.m@gmail.com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3474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Ingeniería de datos aplicada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clase: 20 de mayo — ELK Stack y monitoreo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5569</Words>
  <Application>Microsoft Office PowerPoint</Application>
  <PresentationFormat>Presentación en pantalla (16:9)</PresentationFormat>
  <Paragraphs>871</Paragraphs>
  <Slides>67</Slides>
  <Notes>67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67</vt:i4>
      </vt:variant>
    </vt:vector>
  </HeadingPairs>
  <TitlesOfParts>
    <vt:vector size="72" baseType="lpstr">
      <vt:lpstr>Arial</vt:lpstr>
      <vt:lpstr>Calibri</vt:lpstr>
      <vt:lpstr>Courier New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4 — Automatización, logging y alertas</dc:title>
  <dc:subject>PptxGenJS Presentation</dc:subject>
  <dc:creator>Iván Espinoza M.</dc:creator>
  <cp:lastModifiedBy>ivan espinoza</cp:lastModifiedBy>
  <cp:revision>2</cp:revision>
  <dcterms:created xsi:type="dcterms:W3CDTF">2026-05-15T22:01:23Z</dcterms:created>
  <dcterms:modified xsi:type="dcterms:W3CDTF">2026-05-16T01:43:10Z</dcterms:modified>
</cp:coreProperties>
</file>