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128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 — Observabilidad y cierre del módulo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 tu pipeline desde afuera: ELK + dashboards con Python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3 horas, podrás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problema resuelve la observabilidad.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ELK Stack y sus alternativas modernas.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conviene ELK y cuándo NO.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tu propio mini-Kibana con Python + Streamlit.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observatorio mínimo de un pipeline real.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módulo con visión integradora de las 5 clases.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conceptos y arquitectura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 en 5 frases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1: 'Un pipeline = script + orquestador. Vi Airflow.'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2: 'Convertí script en API REST con FastAPI.'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3: 'Entendí la nube por dentro: regiones, AZs, modelos.'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4: 'Mis scripts corren solos, loguean y alertan.'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5 (hoy): 'Construyo un OBSERVATORIO para verlos.'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que aprendieron en 5 semanas es lo que la mayoría de empresas necesita de un perfil junior. No vieron modas — vieron los CIMIENTOS de la ingeniería de datos real.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Mensaje del cierre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FALTA PARA SER SENIOR?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solo el tiempo te 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EXPERIENCIA: bugs raros, fallos en producción, presión real.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NEGOCIO: el dato cambia por industria (salud ≠ banca).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COMUNICACIÓN: traducir 'el pipeline está lento' a algo accionable.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traducción técnica → negocio es lo que define seniority.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HAREMOS HOY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horas en una mirada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1: TEORÍA — qué es observabilidad y ELK.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2: TOUR — ver Kibana real en demo.elastic.co.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3: PRÁCTICA — construir tu dashboard en Python.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proyecto integrador + despedida + encuesta.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00:15–01:15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y ELK — teoría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que manejas un auto SIN tablero: sin velocímetro, sin medidor de bencina, sin temperatura. ¿Llegarías muy lejos? Observabilidad = ponerle tablero a tu software.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qué observabilidad importa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OBSERVABILIDAD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'tener logs'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capacidad de RESPONDER preguntas sin mirar el código.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tardó el ETL anoche?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mis 3 endpoints más lentos?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subieron los errores hace 2 horas?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gente usó mi sistema el martes?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responder esto te toma &gt; 5 min: tienes archivos de log, no observabilidad.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patas de la observabilidad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3868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responde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individuales con contexto. Detalle máximo, volumen grande.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agregados en el tiempo. CPU, requests/seg, errores/min.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Camino de una petición a través de servicios. '4 seg: 0.5 A, 0.2 B, 3.3 C.'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servicios, cada uno con su archivo de log. Un cliente dice 'falló a las 14:32'. SSH a cada server, grep por fecha, en cada uno. Horas perdidas. ELK nace para EVITAR exactamente eso.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 problema que ELK resuelve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ELASTICSEARCH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cerebro: base de datos para texto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especializada en TEXTO.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log entra como documento JSON.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 cada palabra automáticamente.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millones de logs en milisegundos.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Distribuido: agregas servidores y escala.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bibliotecario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obsesivo.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cada libro,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cada palabra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índice gigante.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LOGSTASH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portero: filtra y transforma logs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logs ANTES de que entren a 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de formatos raros (Apache, Nginx, custom).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Enriquecimiento: agregar IP, timestamp, server.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Filtra/borra campos sensibles.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2026: muchos usan Fluentd, Vector, Filebeat.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Portero de la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libros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entran, los traduce,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los nombres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personales antes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pasarlos.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— KIBANA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ojos: interfaz web para todo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visual.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Discover: ver logs crudos con filtros.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Lens: visualizaciones drag-and-drop.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paneles compartibles.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Alertas: avisa por Slack/correo si pasa X.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almacena: solo consulta a Elasticsearch.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la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haces las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 consulta el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y te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ELK CUANDO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señales claras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10+ servicios distintos generando logs.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logs suman &gt; 1 GB/día.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distintos consultan (devs, soporte, producto).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correlacionar eventos entre servicios.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exige retención de logs auditables.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USES ELK CUANDO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caro de la observabilidad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1-3 servicios y &lt; 100 MB/día → SQLite + Python alcanza.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1-3 personas → la complejidad te abruma.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buscas texto ocasional → grep + tail.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presupuesto para cluster (US$95+/mes).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ELK potente pero CARO. NO lo montes si no lo necesitas.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EN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actual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920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conviene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Loki (Grafana)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pero más liviano. Mitad de la complejidad.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 / New Relic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pagado. Caro pero CERO ops.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(AWS)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ya vives en AWS, viene incluido.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 de Elasticsearch de AWS. Mismo API.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SQLite + Streamlit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chico-mediano: SUFICIENTE.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ELK · PARTE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oír en entrevistas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920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unidad de log. Un JSON. Ej: una corrida del ETL.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'tabla' que agrupa documentos. logs-2026-05.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cada campo: timestamp=fecha, duracion=número.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pregunta. 'status=ERROR últimas 24h'.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resumen. 'Cuántos ERROR por hora'.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ELK · PARTE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que TIENES que saber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920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trozo de índice. 1 TB → 10 shards de 100 GB.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servidores ES. Mín 3 en prod real.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(Logstash)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transformación: input → filter → output.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liviano que lee logs y los envía. Filebeat = para archivos.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de búsqueda de Kibana. SQL simplificado.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 no es magia: es un buscador especializado (Elasticsearch) + un transformador (Logstash) + una UI (Kibana). Lo que vas a construir hoy en Python hace lo MISMO, en chiquito.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Cierre de la teoría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 · 01:25–02:00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Kibana en vivo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EN 30 SEGUNDOS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login, sin instalar nada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https://demo.elastic.co en cualquier navegador.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'Welcome Dashboard' con 3 tarjetas: Search, Observability, Security.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barra de búsqueda, tiempo arriba derecha, botón Refresh.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 hamburguesa (☰) arriba izquierda → menú principal.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Menú: Analytics (Discover, Dashboards, Maps, ML, Graph...).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1 · DISCOVER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lupa de Kibana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arriba: 153.000+ docs en últimos 15 min, una barra por minuto.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documentos abajo: una fila por log.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izquierda: 296 CAMPOS disponibles para filtrar.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superior: 'Filter your data using KQL syntax'.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derecha: rango de tiempo (Last 15 min, custom, etc.).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· DISCOVER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movimientos para impresionar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KQL: 'cloud.region:us-east-1' → la tabla se filtra.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tiempo a 'Last 24 hours' → histograma más amplio.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 'agent.type' del sidebar → ver distribución.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 'filebeat' del breakdown → filtro automático.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Combinar: 'cloud.region:us-east-1 AND agent.type:filebeat'.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Hicimos búsqueda compleja sin escribir SQL ni regex.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2 · DASHBOARDS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paneles armados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Dashboards lista los predefinidos en demo: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[Logs] Web Traffic — el más cercano a producción real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[Flights] Global Flight Dashboard — Maps + Sankey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[eCommerce] Revenue Dashboard — datos de negocio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[Metrics Kubernetes] Cronjobs / Pods — infra para SRE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[Elastic Security] Detection rule monitoring — SOC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herramienta, distintos dashboards, distintos usuarios.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[Logs] WEB TRAFFIC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que veremos en vivo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ARRIBA: 3 filtros — Source Country, OS, Bytes.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Visits 1.819 · Unique Visitors 916.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HTTP 4xx 5.2% · HTTP 5xx 2.8%.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líneas: Response Codes con anotaciones (2xx/4xx/5xx).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interactivo: tráfico por ciudad — burbujas más grandes = más visitas.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Sankey: Machine OS → Destination Country.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Tablas: top URLs, top user agents.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MAGIA DEL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sincroniza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 'United States' del mapa → TODOS los gráficos se filtran.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KPIs cambian: Visits ahora solo USA.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de líneas reescala.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Sankey solo muestra OS que conectan desde USA.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tiempo arriba (Last 7d → Last 24h) → todo se recalcula.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Hace 15 años, para hacer lo mismo necesitabas equipo de BI, 3 reuniones y 2 semanas de desarrollo. Hoy lo arma una persona en una tarde y CUALQUIERA lo consulta interactivamente.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democratización del acceso a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3 · KQL EN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reales del demo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2402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encuentra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cloud.provider:aws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logs de servidores 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cloud.region:us-east-1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us-east-1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agent.type:filebeat OR metricbeat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 de los 2 agentes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cloud.provider:gcp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menos GCP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container.id:*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logs con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host.os.type:linux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hosts 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OPCIONALES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queda tiempo en la hora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geográficos en mapa.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ataques.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vuelos en vivo.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logísticos.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cualquier dato con lat/long.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anomalías.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detecta SOLO picos raros.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escribir reglas a mano.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data scientist senior en startups.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gratis en plan básico.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de la Hora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demo.elastic.co es ideal para 'probar' Kibana sin instalar.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= explorar. Dashboards = monitorear.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es simple si sabes SQL — 10 min de aprendizaje.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Kibana sirve para logs, métricas, security, negocio.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24/7 sin login para practicar después de clase.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Acaban de ver TODO lo que se puede hacer con Kibana. La pregunta ahora es: ¿cuánto de eso pueden replicar en Python puro? Spoiler: el 70% de los casos de uso.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Puente con el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3 · 02:10–02:45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Tu mini-Kibana en Python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STREAMLIT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ELK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instalación pesada: 'pip install streamlit' y listo.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Docker, sin Java, sin cluster.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TU laptop con 1 comando.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enseña dashboards SIN distracciones de infra.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harías como Data Scientist en empresa real.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no escala a millones de logs (para eso, ELK).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minutos hands-on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tus logs JSON (Clase 4) a un DataFrame.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etapa y filtro de status en sidebar.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KPIs: total, errores, duración promedio, corridas.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duración a través del tiempo.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últimos 20 eventos.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PASO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(1 min)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tu venv (o sin venv):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streamlit pandas plotly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hello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abre http://localhost:8501 con una demo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funciona, cierra con Ctrl-C y sigue al Paso 2.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corre como servidor web local — sin Docker.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PASO 2 · dashboard.py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carga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plotly.express as px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st.set_page_config(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page_title='Mi observatorio ETL',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layout='wide'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@st.cache_data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cargar_logs(archivo):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 = 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open(archivo, encoding='utf-8') as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linea in f: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linea.strip():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datos.append(json.loads(linea))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pd.DataFrame(datos)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'timestamp' in df.columns: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df['timestamp'] = pd.to_datetime(df['timestamp'])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cargar_logs('etl.log')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st.title('Mi observatorio ETL')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evita recargar archivo en cada interacción.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PASO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en sidebar (5 min)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st.sidebar.header('Filtros')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etapas = ['Todas'] + sorted(df['etapa'].dropna().unique().tolist())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etapa_sel = st.sidebar.selectbox('Etapa:', etapas)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 = ['Todos'] + sorted(df['status'].dropna().unique().tolist())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status_sel = st.sidebar.selectbox('Status:', statuses)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df_filt = df.copy()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etapa_sel != 'Todas':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df_filt = df_filt[df_filt['etapa'] == etapa_sel]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status_sel != 'Todos':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df_filt = df_filt[df_filt['status'] == status_sel]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st.sidebar.markdown(f'Mostrando: {len(df_filt):,} eventos')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en sidebar → toda la página se recalcula sola.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PASO 4 · KPIs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métricas grandes arriba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col1, col2, col3, col4 = st.columns(4)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col1: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st.metric('Total eventos', f'{len(df_filt):,}')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col2: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errores = (df_filt['status']=='ERROR').sum()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pct = errores/len(df_filt)*100 if len(df_filt)&gt;0 else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st.metric('Errores', f'{errores}', f'{pct:.1f}%')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col3: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 = df_filt['duracion_ms'].mean()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st.metric('Duracion promedio', f'{prom:.0f} ms')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col4: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 = df_filt['run_id'].nunique()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st.metric('Corridas unicas', f'{runs}')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 que la fila de KPIs en Kibana.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PASO 5 · GRÁFICO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en el tiempo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st.subheader('Duracion a traves del tiempo')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df_plot = df_filt.dropna(subset=['duracion_ms', 'timestamp']).copy()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df_plot = df_plot.sort_values('timestamp')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 = px.line(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df_plot,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x='timestamp',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y='duracion_ms',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color='etapa',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title='Duracion por etapa',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markers=True,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st.plotly_chart(fig, use_container_width=True)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= gráfico interactivo: zoom, hover, esconder series.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58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PASO 6 · TABLA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20 eventos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st.subheader('Ultimos 20 eventos')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df_show = df_filt.sort_values('timestamp', ascending=False).head(20)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st.dataframe(df_show, use_container_width=True)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Esto reemplaza la pantalla 'Discover' de Kibana.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 más recientes arriba, con todos los campos visibles.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 Discover de Kibana — para los eventos crudos.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58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PASO 7 · CORRER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el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tu terminal: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dashboard.py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Streamlit abre automaticamente tu navegador en: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http://localhost:8501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Cualquier cambio que guardes en dashboard.py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refleja en tiempo real al apretar 'Rerun' en la web.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detenerlo: Ctrl-C en la terminal.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Listo: mini-Kibana funcional en 80 líneas de Python.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58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DEL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ideas para guardar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Acabas de construir un dashboard que cubre 70% de casos de Kibana.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líneas de Python. Sin Docker. Sin cluster. Sin Java.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en chat: screenshot de tu dashboard.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pequeña con &lt; 1 GB/día: ESTO ES SUFICIENTE.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grande: usarás ELK pero ya entendiste el concepto.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58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tu etl.log tiene líneas que NO son JSON (mensajes mezclados, prints), json.loads() explota. Por eso en Clase 4 insistimos tanto en logging estructurado.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Trampa típica del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58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02:45–02:55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del módulo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58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INTEGRADA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ahora pueden construir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TU SISTEMA COMPLETO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[CLASE 1] Pipeline orquestado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Airflow / schedule corre tu ETL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|                 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[CLASE 4] ETL genera logs JSON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Cada etapa: run_id, duracion, status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|                 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[CLASE 2] La data va a BD + API expone consulta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FastAPI + SQLAlchemy + REST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|                 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[CLASE 3] Todo corre en la nube (concepto)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AWS / Render / GCP         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|                 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[CLASE 5] Tu observatorio mira todo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Streamlit o ELK segun escala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|                              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[CLASE 4] Alertas via Slack si algo se rompe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+---------------------------------------------------+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clases conectadas en un sistema real.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LES ENSEÑAMOS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sepan que existe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dbt: para volumen grande (terabytes diarios).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RabbitMQ: streams en tiempo real, no batch.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para orquestar 50+ servicios.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/ Delta Lake: formatos modernos lakehouse.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/ Vertex AI: cuando mueves ML, no solo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es un módulo aparte — ya tienen el vocabulario.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02:55–03:00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Despedida y evaluación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DEL MÓDULO COMPLETO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semanas en 5 frases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Aprendiste a ORQUESTAR pipelines (Airflow, schedule).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Aprendiste a EXPONER datos vía APIs (FastAPI).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Aprendiste a entender la NUBE (AWS, modelos de servicio).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Aprendiste a AUTOMATIZAR + LOGUEAR + ALERTAR.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Aprendiste a OBSERVAR tu sistema (hoy).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58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INTEGRADORA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final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tarea para cerrar el módulo.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Clases 1, 2 y 4 (no nube ni ELK).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local — sin Docker, sin servicios externos.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+ pauta de evaluación en el ZIP enviado.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Dudas: correo o canal Slack del curso.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días desde hoy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Puntaje: /100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ETL local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Logging JSON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 local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58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CORTA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 por chat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clase te sirvió más?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clase fue más difícil?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gustaría profundizar en un módulo futuro?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del 1 al 7 al módulo completo.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58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para seguir creciendo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1 proyecto PERSONAL (NO seguir tutoriales).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Designing Data-Intensive Applications (Kleppmann).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Suscribirse al boletín DataEngineerWeekly.com.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5 trabajos junior — aunque sientan que no están listos.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están.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58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aprendieron en 5 semanas tomó a la industria 30 años en formalizar. Ahora les toca a ustedes. Gracias por la atención y la paciencia.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Cierre del módulo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5 (20-05-2026)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58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Espinoza M.  ·  ivan.espinoza.m@gmail.com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 · USACH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construyen algo, escríbanme — me encantaría ver lo que hacen.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4202</Words>
  <Application>Microsoft Office PowerPoint</Application>
  <PresentationFormat>Presentación en pantalla (16:9)</PresentationFormat>
  <Paragraphs>646</Paragraphs>
  <Slides>55</Slides>
  <Notes>55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0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— Observabilidad y cierre del módulo</dc:title>
  <dc:subject>PptxGenJS Presentation</dc:subject>
  <dc:creator>Iván Espinoza M.</dc:creator>
  <cp:lastModifiedBy>ivan espinoza</cp:lastModifiedBy>
  <cp:revision>2</cp:revision>
  <dcterms:created xsi:type="dcterms:W3CDTF">2026-05-18T17:19:38Z</dcterms:created>
  <dcterms:modified xsi:type="dcterms:W3CDTF">2026-05-19T02:03:05Z</dcterms:modified>
</cp:coreProperties>
</file>