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7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INGENIERÍA DE DATOS APLICADA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 — Arquitectura de pipelines de datos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Airflow, Luigi y procesos ETL básicos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de mayo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al Módulo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Construiremos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sistemas que se ejecutan solos, escalan y entregan valor.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total: 15 horas, 5 sesiones de 3 horas cada una.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proyecto integrador final que une las 5 clases.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clases del módulo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26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 de pipelines (Airflow, Luigi, ETL)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con FastAPI + bases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en la nube: AWS S3, RDS, DynamoDB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Automatización, logging y alertas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ELK + cierre del módulo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trabajaremos cada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explicación conceptual, 40% laboratorio en vivo.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clase + código de ejemplo + carpeta de recursos.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corto al final de cada sesión + tarea aplicada.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permite ChatGPT/Copilot/Claude — pero con comprensión.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Pausas obligatorias: la atención online colapsa sin ellas.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principios del módulo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 haces a mano dos veces, el tercero debe ser un script.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haces el script dos veces, el tercero debe estar agendado.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escalar, asegúrate de que sea observable.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difícil no es procesar datos: es lidiar con cambios en los datos.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asumiendo que el formato cambiará mañana.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las 3 horas, podrás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qué es un pipeline y cuándo construir uno.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entre arquitecturas ETL y ELT.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componentes de Airflow: DAG, Operator, Task, Scheduler.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DAG simple y entender su ciclo de ejecución.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Luigi como alternativa y elegir la herramienta correcta.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idempotencia y atomicidad en cada tarea de pipeline.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detallado de 3 horas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032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00:00–00:15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Bienvenida y diagnóstico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00:15–00:35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 un pipeline de datos?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00:35–00:55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vs ELT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00:55–01:05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 (10 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01:05–01:30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Airflow: el reino de cron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01:30–01:55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Airflow: arquitectura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01:55–02:05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 (10 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02:05–02:40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en vivo + primer DAG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02:40–02:55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Luigi como alternativa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02:55–03:00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y tarea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fundamentales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71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00:00–00:15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diagnóstico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ha tenido que correr a mano un script de reporte?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ha hecho eso un domingo o feriado?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esa lista de manos fue larga, hoy aprendemos a no volver a hacerlo.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oral: cron, APIs, AWS, dashboards, on-call (mano alzada).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profundidad según el calibre del grupo.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71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nube no es 'el computador de otra persona'. Es la oportunidad de comprar, en minutos, la infraestructura que antes tomaba meses.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Frase para abrir conversación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71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00:15–00:35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pipeline de datos?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una fábrica de mermelada (recepción, picado, cocción, bodega).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 próxima slide.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palabras clave: SECUENCIA, AUTOMATIZADOS, ÚTILES.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nadie va a usar los datos, no es un pipeline: es un script huérfano.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71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pipeline de datos es una secuencia de procesos automatizados que mueven datos desde fuentes hacia destinos, transformándolos en el camino para que sean útiles para alguien.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Definición operativa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71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vs script suelto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35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Script: una vez. Pipeline: todos los días.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falla y avisas tú. Pipeline avisa, reintenta, deja historial.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monolítico. Pipeline en pasos reutilizables.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guarda historial: cuándo, qué, cuántas filas.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en tu laptop. Pipeline en servidor que escala.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es del equipo: cualquiera lo lee, depura, modifica.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71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LA INGENIERÍA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NO necesitas un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1 vez al mes y nadie depende: bastará un cron casero.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caben en Excel y el usuario los maneja: no añadas complejidad.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ad-hoc, nunca se repite: usa un Jupyter notebook.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Resistir la tentación de ingeniería sobre-diseñada.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herramientas no es mejor.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71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universales de un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(sources): bases de datos, APIs, archivos, eventos, logs.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Ingesta: cómo se extraen (pull vs push, batch vs streaming).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Procesamiento: limpieza, enriquecimiento, agregación, validación.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Almacenamiento: data warehouse, data lake, BD operacional, cache.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Consumo: dashboards, reportes, modelos ML, otra app.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Orquestación: el director que coordina todo.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logs, métricas, alertas — sin esto no sabes si funciona.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71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Maravilla — e-commerce chileno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productos, 5.000 transacciones diarias.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en PostgreSQL gestionado por Operaciones.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stock en Shopify (API con rate limit).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necesita dashboard cada mañana.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necesita métricas de cupones, carro promedio, productos vistos.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¿cómo lo armarías?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71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NOCTURNO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diario de Tienda Maravilla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 — backup de Postgres del catálogo.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01:30 — extraer pedidos Shopify (paginado, rate limit).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— extraer catálogo modificado en últimas 24 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02:15 — validar y cruzar SKUs.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02:30 — calcular ventas por categoría, ranking, stock proyectado 7d.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02:45 — escribir en data warehouse.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03:00 — refrescar dashboard.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03:15 — alerta a Slack si algo falló. Nadie se entera si todo OK.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71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la API de Shopify está caída a las 01:30 AM, ¿qué debería pasar con el resto del pipeline?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Pregunta para discutir 30 segundos en chat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71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00:35–00:55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 — orden de las operaciones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siglas, una sola diferencia: el ORDEN.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Extract → Transform → Load.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ELT: Extract → Load → Transform.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contexto: dónde transformamos.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71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ETL nació antes que ELT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nace en los 90 con data warehouses caros (Teradata, Oracle).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en un servidor intermedio era la única opción.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emerge 2010+: BigQuery, Redshift, Snowflake separan storage/compute.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TB de datos crudos se vuelve trivial y barato.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cambió no fue la técnica: fue la economía.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71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transforma antes de guardar; ELT guarda primero y transforma después. Ambos son válidos, depende del contexto.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Frase mnemotecnica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71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 lado a lado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transforma primero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Limpieza/anonimización antes de cargar.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que no pueden viajar crudos.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con poca capacidad de cómputo.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Informatica, Talend, SSIS, Airflow + Python.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Casos: salud, banca, compliance.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— carga primero, transforma después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 preservados para auditoría.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moderno potente (BQ, Snowflake).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equipos transforman de formas distintas.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Fivetran/Stitch + dbt + Airflow.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Casos: e-commerce, marketing, BI moderno.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71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 · DISCUSIÓN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aplicación móvil → BigQuery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recibe 50 GB diarios de JSON desde la app móvil.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 consultarlos con SQL desde data warehouse.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¿ETL o ELT?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rápido por chat (1 = ETL, 2 = ELT).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ELT. BigQuery parsea JSON nativo y soporta los 50 GB sin transformar previamente.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71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 · DISCUSIÓN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médicos sensibles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consolida registros de pacientes para análisis.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Regulación: identificadores se anonimizan antes de salir del sistema clínico.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¿ETL o ELT?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rápido por chat.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ETL. La anonimización debe ocurrir ANTES de tocar el destino.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 · DISCUSIÓN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con SQL Server local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 50 personas, SQL Server on-premise con 500 GB.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dashboard semanal de KPIs.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 cloud.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¿ETL o ELT?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ETL. Sin warehouse moderno, no hay capacidad para ELT eficiente.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71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MODERNOS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ETL y ELT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ETLT — extracción, transformación ligera (PII), carga, transformación analítica.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ETL — del warehouse al CRM/herramientas de negocio.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pipelines — Kafka/Flink, transformación sobre eventos.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del alcance de hoy, pero conviene conocerlo.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71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cron a Airflow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71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01:05–01:30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— el clásico desde 1975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Cron: el agendador de Linux/Unix por defecto desde 1975.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entrada dice: a tales minutos de tales horas, ejecuta este comando.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 mayoría de pipelines empezaron así. Muchos siguen así.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deja de ser suficiente cuando hay dependencias.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71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cron en 60 segundos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  h  dom mon dow   command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 6  *   *   *     /usr/bin/python3 /home/data/etl.py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 *  *   *   *     /home/data/scripts/healthcheck.sh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*/15 *  *   *   *     /home/data/scripts/sync.sh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 3  *   *   0     /home/data/scripts/weekly_report.sh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Equivalencias útiles: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@daily   = 0 0 * * 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@hourly  = 0 * * * 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@reboot  = al arrancar la máquina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campos: minuto, hora, día-mes, mes, día-semana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71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BASTA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es suficiente cuando…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1-3 jobs independientes.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job es atómico (no espera a otro).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reintentos los manejas tú o no son necesarios.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alguien que mira el log cada mañana.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está siempre encendida.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71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PESADILLA CLÁSICA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cron deja de ser suficiente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→ proceso A genera ventas.csv.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02:30 → proceso B necesita ventas.csv.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 tardó 45 min. Cuando son 02:30, ventas.csv no existe.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se ejecuta sin el archivo. Pasa con 0 filas. No falla técnicamente.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amanece vacío. Pánico a las 06:30 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71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cron NO resuelve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entre tareas (piensa en horarios, no en "cuando A termine").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automáticos.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cron no sabe si una tarea ya corrió hoy.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Backfill: reprocesar 30 días anteriores.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Visibilidad: ver qué corrió bien.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Concurrencia: dos copias del mismo job solapadas.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de fallos.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71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lugar de pensar 'a las 02:30 AM corre el proceso B', piensa 'cuando el proceso A termine bien, dispara el proceso B'.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Cambio mental clave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71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DAG?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= Directed Acyclic Graph (grafo dirigido acíclico).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Grafo: nodos conectados por aristas.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Dirigido: las aristas tienen sentido (de A hacia B, no al revés).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Acíclico: nunca puedes volver a un nodo siguiendo flechas.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ciclos, no se puede determinar orden de ejecución.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rechaza DAGs con ciclos al cargarlos.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71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simple con paralelismo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[extraer]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[validar]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+--&gt; [transformar_chile]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+--&gt; [transformar_peru]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[cargar_warehouse]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[notificar]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paralelismo. Hay dependencias estrictas. No hay ciclos.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71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01:30–01:55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— origen y filosofía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en Airbnb (2014), creado por Maxime Beauchemin.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desde el día uno. Apache Foundation desde 2016.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facto: Twitter, Lyft, Slack, Robinhood, Netflix, Tesla.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Libre, Globant, casi cualquier empresa con equipo serio de datos.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Dogma central: "configuration as code" — pipelines son código Python.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71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Airflow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09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en :8080. Sirve la UI: monitoreo, logs, runs.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cuándo correr cada DAG. Encola tareas.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del scheduler y delega a workers.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que ejecutan efectivamente las tareas.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Postgres/MySQL: estado, runs, logs, conexiones.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folder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Directorio en disco con .py — el scheduler lo escanea.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Sensores async (Airflow 2+) sin bloquear workers.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71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los componentes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+-------------+         +------------------+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Tu DAG.py   | ------&gt; |  DAG folder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(en git)    |         |  (en disco)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+-------------+         +------------------+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+------------------+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|   Scheduler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+------------------+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+---------------------+--------------+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v                     v             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+-------------+       +-------------+    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Worker 1   |       |  Worker 2  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+-------------+       +-------------+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DB y Webserver conectan todo el conjunto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71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 (1/2)</a:t>
            </a:r>
            <a:endParaRPr lang="en-US" sz="2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35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 .py que describe un pipeline. Define qué tareas hay y en qué orden.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 de trabajo dentro de un DAG.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Plantilla que define qué hace una tarea (PythonOperator, BashOperator, etc.).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TaskInstance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corrida específica de una task en una fecha lógica.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ejecución completa del DAG.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expression que define cada cuánto se dispara.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71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 (2/2)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09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fecha lógica que el DAG procesa, NO la fecha real.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Cross-communication entre tareas. Para metadata pequeña.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Credencial reutilizable (postgres_default, aws_default).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 con nombre, persistida en la metadata DB.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que espera a que ocurra algo (archivo, API, etc.).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Reprocesar fechas históricas. Comando: airflow dags backfill.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catchup=False = no ejecuta runs perdidos al activar el DAG.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71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un DAG @daily corre el 8 de mayo a las 02:00 AM, está procesando datos del 7 de mayo. logical_date = 2026-05-07. Esa separación es la base de la idempotencia.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Concepto sutil pero crítico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71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más usados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PythonOperator: ejecuta una función Python. El más versátil.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BashOperator: corre un comando shell.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PostgresOperator / MySqlOperator / MsSqlOperator: ejecuta SQL.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S3KeySensor / FileSensor: espera a que aparezca un archivo.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EmailOperator: envía correo (poco usado, mejor Slack).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DockerOperator / KubernetesPodOperator: corre un contenedor.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BranchPythonOperator: bifurcación condicional.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EmptyOperator: placeholder, útil como punto de unión.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71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DAG es como una receta de cocina. Tasks son los pasos. Operators son las herramientas. Scheduler es el chef. Workers son los cocineros. Metadata DB es la libreta.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Analogía pedagógica: la cocina industrial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71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en vivo, Luigi y cierre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71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02:05–02:40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del entorno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instalamos Airflow desde cero (toma ~20 min).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Llegamos con docker-compose ya levantado por el docente.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alumnos lo replican en casa con el repo.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servicios: webserver, scheduler, worker, postgres, redis.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http://localhost:8080  (airflow / airflow).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71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exactos paso a paso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Clonar el repo de la clase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https://github.com/usach-modulo5/clase1.git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clase1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Variables de entorno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"AIRFLOW_UID=$(id -u)" &gt;&gt; .env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Inicializar la metadata DB (solo la primera vez)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airflow-init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Levantar todo en background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5) Verificar contenedores healthy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contenedores deben quedar 'Up' o 'healthy'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71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docker-compose.yaml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cada servicio mientras carga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 BD donde Airflow guarda runs, tasks, logs.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 broker de mensajes scheduler↔workers.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airflow-init: contenedor de un solo uso. Crea tablas y user admin.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airflow-webserver: Flask en :8080.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airflow-scheduler: el corazón. Lee dags/ y decide qué correr.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airflow-worker (Celery): donde se ejecutan las tareas.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empresas grandes esto es Kubernetes con 50 workers.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71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 LA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principal: lista de DAGs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con todos los DAGs detectados en dags/.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azul a la izquierda: ON/OFF por DAG.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 OFF (seguridad: no correr accidentalmente).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tag, owner, estado.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a la derecha.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Pause/unpause masivo con checkboxes.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71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 LA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 Grid, Graph, Calendar, Gantt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columnas = runs, filas = tasks. Verde/rojo/amarillo/gris.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Graph: el DAG dibujado con flechas. Útil para grafos complejos.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heatmap por día. Patrones de ejecución.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Gantt: barras horizontales con duración. Identificar cuellos de botella.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Duration: histórico de cuánto tarda cada task.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muestra el .py read-only. Para verificar versión actual.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quién pausó, disparó, modificó.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71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 LA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en una task instance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print, errores, traceback. Numerado por intento.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lanzar manualmente solo esa task.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Clear: borrar resultado y forzar reintento.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Success / Mark Failed: cambiar estado manualmente.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Details: información cruda (start, end, executor, hostname).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Rendered: cómo se renderizaron las plantillas Jinja.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XCom: dato que pasó a otras tareas vía return.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71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 LA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Admin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pares clave-valor reutilizables.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Connections: credenciales de servicios externos (encriptadas).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Configurations: el airflow.cfg (read-only).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Pools: limitar concurrencia (ej: máx 5 tasks usando una API).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Plugins: extensiones custom.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71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ventas_diarias.py — imports y default_args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airflow import DAG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airflow.operators.python import PythonOperator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airflow.operators.bash import BashOperator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datetime, timedelta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default_args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'owner': 'data-team',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'retries': 2,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'retry_delay': timedelta(minutes=5),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'email_on_failure': True,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'email': ['data@empresa.cl'],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defaults se aplican a TODAS las tasks del DAG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71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extraer_ventas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extraer_ventas(**context):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 = context['ds']  # logical_date YYYY-MM-DD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pd.DataFrame({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'fecha':    [fecha] * 4,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'producto': ['A','B','C','D'],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'monto':    [12000, 8500, 23000, 5000]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f'/tmp/ventas_raw_{fecha}.csv'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df.to_csv(out, index=False)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print(f'Extraídas {len(df)} filas a {out}')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{'archivo': out, 'filas': len(df)}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return va automáticamente a XCom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71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validar y transformar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validar_ventas(**context):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info = context['ti'].xcom_pull(task_ids='extraer')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pd.read_csv(info['archivo'])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df['monto'].min() &gt; 0, 'Hay montos no positivos'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df['producto'].notna().all(), 'Hay producto vacío'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print(f'OK validación: {len(df)} filas')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transformar_ventas(**context):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info = context['ti'].xcom_pull(task_ids='extraer')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pd.read_csv(info['archivo'])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df['monto_neto'] = (df['monto'] / 1.19).round(0)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 = context['ds']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f'/tmp/ventas_clean_{fecha}.csv'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df.to_csv(out, index=False)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dispara fallo + reintentos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71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DAG y dependencias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DAG(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dag_id='ventas_diarias',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description='Pipeline ETL diario',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default_args=default_args,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schedule_interval='0 2 * * *',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start_date=datetime(2026, 5, 1),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catchup=False,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tags=['ventas', 'diario', 'modulo5']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dag: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t1 = PythonOperator(task_id='extraer',     python_callable=extraer_ventas)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t2 = PythonOperator(task_id='validar',     python_callable=validar_ventas)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t3 = PythonOperator(task_id='transformar', python_callable=transformar_ventas)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t4 = PythonOperator(task_id='cargar',      python_callable=cargar_ventas)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t5 = BashOperator(task_id='notificar', bash_command='echo OK')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t1 &gt;&gt; t2 &gt;&gt; t3 &gt;&gt; t4 &gt;&gt; t5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&gt;&gt; define el orden de ejecución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71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pasos para correr el DAG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Guardar el archivo en dags/. Scheduler lo detecta en ~30s.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Refrescar la UI. Activar el toggle del DAG.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en "Trigger DAG" (botón Play arriba a la derecha).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Cambiar a Grid. Ver tareas pasar de gris → verde.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Click en task verde → Logs. Ver output del print.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Click → XCom. Ver el dict que retornó.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Verificar archivo en /tmp/ via shell del worker.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71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+ REINTENTOS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Romper validar a propósito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validar_ventas(**context):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info = context['ti'].xcom_pull(task_ids='extraer')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pd.read_csv(info['archivo'])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CAMBIO INTRODUCIDO PARA DEMO: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df['monto'].min() &gt; 5000,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'TODOS los montos deben ser &gt; 5000'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Hay un monto de 5000 que NO es mayor que 5000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-&gt; esto fallará y disparará retries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Guardar, esperar 30s, trigger DAG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71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PASA TRAS EL FALLO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de Airflow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(extraer): se pone verde rápido.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(validar): rojo. AssertionError en el log.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espera retry_delay (5 min) y reintenta automáticamente.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2 retries (configurado), queda definitivamente FAILED.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t3, t4, t5: estado upstream_failed (NO se ejecutan).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intento tiene su propio log [1] [2] [3].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71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la tarea transformar falla y reintenta 2 veces, ¿la tarea extraer se vuelve a correr?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Pregunta de comprensión a mitad de 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71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Y aquí está la magia.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reintentos son por TASK, no por DAG.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extraer ya descargó los datos, no se vuelven a descargar.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evita rehacer trabajo costoso (descargas, queries pesadas).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de la idempotencia.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base de por qué Airflow es eficiente.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71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y atomicidad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Idempotencia: correr 2 veces produce el mismo resultado.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Mal: INSERT INTO tabla — duplica filas en reintento.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Bien: INSERT ... ON CONFLICT DO NOTHING.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Atomicidad: cada task hace UNA cosa.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Mal: una task que descarga + valida + carga.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Bien: 3 tasks separadas. Si falla la 3ra, no rehace 1ra ni 2da.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71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XCom, schedule, tags, git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pasar archivos grandes por XCom (DataFrame de 1 GB → no).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lugar: pasar paths a S3 o GCS.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schedule_interval claro: '@hourly' o '0 * * * *' con comentario.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catchup=False evita avalanchas de runs históricos.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por equipo, frecuencia y criticidad.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en git con CI y code review.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71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y logging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Mal: db_password = 'secret123' en el .py.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Bien: Airflow Connections (UI → Admin → Connections).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Encriptadas en metadata DB.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informativos: filas leídas, duración, decisiones.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print(f'Filtradas {n} filas con monto&lt;=0').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yo de las 3 AM te lo agradecerá.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71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 · 02:40–02:55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Luigi como alternativa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orquestador, creado por Spotify (2012).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antiguo que Airflow.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Centrado en "targets": cada task declara qué archivo produce.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archivo ya existe, la task no se vuelve a correr.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construida desde el modelo, no programada.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71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pipeline en Luigi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luigi, pandas as pd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ExtraerVentas(luigi.Task):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 = luigi.DateParameter(default=date.today())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output(self):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luigi.LocalTarget(f'/tmp/raw_{self.fecha}.csv')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run(self):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 = pd.DataFrame(...)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self.output().open('w') as f: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df.to_csv(f, index=False)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TransformarVentas(luigi.Task):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 = luigi.DateParameter(default=date.today())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requires(self): return ExtraerVentas(fecha=self.fecha)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output(self): return luigi.LocalTarget(f'/tmp/clean_{self.fecha}.csv')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run(self): ...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requires() declara dependencia. output() declara qué produce.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71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vs Luigi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flujos y horarios.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rica y madura.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propio robusto.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operadores listos.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enorme, crece.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equipos grandes, pipelines complejos.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archivos producidos.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minimalista (visor).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scheduler propio (delega a cron).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operadores, fácil extender.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estable, no crece.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pipelines pequeños/medianos con archivos.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/ 71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orquestadores que conviene conocer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(2018): "Airflow moderno". UI muy pulida.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 (2019): foco en data assets. Modelado declarativo.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 (2022): UI-first, para data scientists.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Flyte / Argo Workflows: orquestación nativa Kubernetes.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Astronomer: SaaS sobre Airflow gestionado.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71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 · 02:55–03:00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de 60 segundos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= secuencia automatizada de extracción, transformación, carga.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transforma antes de cargar; ELT carga primero, transforma después.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Cron: tareas independientes. Orquestadores: con dependencias.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modela como DAGs en Python.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Luigi modela como targets (archivos).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es la propiedad más importante.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un DAG feo que funcione, que uno hermoso que nunca termine.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71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DEL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habrá UNA tarea integradora — al final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tareas obligatorias por clase.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evaluación práctica será una tarea integradora.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las enviaré después de la Clase 3 (13 de mayo).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tarea unirá los temas vistos en las 5 clases.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tanto: foco en seguir y preguntar en clase.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Recomendado: replicar el docker-compose en su máquina.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19659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integradora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envía: tras Clase 3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13-05-2026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Clase 2: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3.11+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instalado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/ 71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ADELANTO CLASE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 mayo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Pasamos del mundo "batch nocturno" al "acceso bajo demanda".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una API en FastAPI conectada a una base de datos.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Pydantic, persistencia con SQLAlchemy.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automática vía Swagger UI.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previa: 'First Steps' de la doc oficial de FastAPI (15 min).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Instalar: Python 3.11+, fastapi, uvicorn, sqlalchemy.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1 (08-05-2026)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71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Espinoza M.  ·  ivan.espinoza.m@gmail.com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Repo: clase1_recursos/   ·   docker-compose up -d   ·   localhost:8080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11 de mayo — APIs con FastAPI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5840</Words>
  <Application>Microsoft Office PowerPoint</Application>
  <PresentationFormat>Presentación en pantalla (16:9)</PresentationFormat>
  <Paragraphs>878</Paragraphs>
  <Slides>71</Slides>
  <Notes>71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71</vt:i4>
      </vt:variant>
    </vt:vector>
  </HeadingPairs>
  <TitlesOfParts>
    <vt:vector size="76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— Pipelines de datos</dc:title>
  <dc:subject>PptxGenJS Presentation</dc:subject>
  <dc:creator>Iván Espinoza M.</dc:creator>
  <cp:lastModifiedBy>ivan espinoza</cp:lastModifiedBy>
  <cp:revision>2</cp:revision>
  <dcterms:created xsi:type="dcterms:W3CDTF">2026-05-08T22:46:52Z</dcterms:created>
  <dcterms:modified xsi:type="dcterms:W3CDTF">2026-05-09T01:40:24Z</dcterms:modified>
</cp:coreProperties>
</file>